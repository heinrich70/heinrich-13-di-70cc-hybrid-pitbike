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85" r:id="rId8"/>
    <p:sldId id="268" r:id="rId9"/>
    <p:sldId id="261" r:id="rId10"/>
    <p:sldId id="287" r:id="rId11"/>
    <p:sldId id="279" r:id="rId12"/>
    <p:sldId id="280" r:id="rId13"/>
    <p:sldId id="288" r:id="rId14"/>
    <p:sldId id="289" r:id="rId15"/>
    <p:sldId id="290" r:id="rId16"/>
    <p:sldId id="291" r:id="rId17"/>
    <p:sldId id="292" r:id="rId18"/>
    <p:sldId id="293" r:id="rId19"/>
    <p:sldId id="294" r:id="rId20"/>
    <p:sldId id="295" r:id="rId21"/>
    <p:sldId id="296" r:id="rId22"/>
    <p:sldId id="282" r:id="rId23"/>
    <p:sldId id="277" r:id="rId24"/>
    <p:sldId id="265" r:id="rId25"/>
    <p:sldId id="266" r:id="rId26"/>
    <p:sldId id="278"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13A9E9-B3C1-424C-8E5B-7A1F059B459A}" v="44" dt="2026-05-25T01:08:24.8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64" autoAdjust="0"/>
    <p:restoredTop sz="94660"/>
  </p:normalViewPr>
  <p:slideViewPr>
    <p:cSldViewPr snapToGrid="0">
      <p:cViewPr>
        <p:scale>
          <a:sx n="68" d="100"/>
          <a:sy n="68" d="100"/>
        </p:scale>
        <p:origin x="32" y="14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nrich Venter" userId="694de3c83518532c" providerId="LiveId" clId="{10CD68D7-CBE1-4750-A2D1-7DEE064E9363}"/>
    <pc:docChg chg="undo custSel addSld delSld modSld">
      <pc:chgData name="Heinrich Venter" userId="694de3c83518532c" providerId="LiveId" clId="{10CD68D7-CBE1-4750-A2D1-7DEE064E9363}" dt="2026-05-25T01:08:24.879" v="4657" actId="27636"/>
      <pc:docMkLst>
        <pc:docMk/>
      </pc:docMkLst>
      <pc:sldChg chg="modSp mod">
        <pc:chgData name="Heinrich Venter" userId="694de3c83518532c" providerId="LiveId" clId="{10CD68D7-CBE1-4750-A2D1-7DEE064E9363}" dt="2026-05-24T09:10:16.286" v="43" actId="20577"/>
        <pc:sldMkLst>
          <pc:docMk/>
          <pc:sldMk cId="730004332" sldId="256"/>
        </pc:sldMkLst>
        <pc:spChg chg="mod">
          <ac:chgData name="Heinrich Venter" userId="694de3c83518532c" providerId="LiveId" clId="{10CD68D7-CBE1-4750-A2D1-7DEE064E9363}" dt="2026-05-24T09:10:16.286" v="43" actId="20577"/>
          <ac:spMkLst>
            <pc:docMk/>
            <pc:sldMk cId="730004332" sldId="256"/>
            <ac:spMk id="3" creationId="{F66D802B-CDB6-E9D2-44F0-86BC0E80FB38}"/>
          </ac:spMkLst>
        </pc:spChg>
      </pc:sldChg>
      <pc:sldChg chg="modSp mod">
        <pc:chgData name="Heinrich Venter" userId="694de3c83518532c" providerId="LiveId" clId="{10CD68D7-CBE1-4750-A2D1-7DEE064E9363}" dt="2026-05-24T09:14:35.187" v="95"/>
        <pc:sldMkLst>
          <pc:docMk/>
          <pc:sldMk cId="4279029636" sldId="259"/>
        </pc:sldMkLst>
        <pc:graphicFrameChg chg="mod modGraphic">
          <ac:chgData name="Heinrich Venter" userId="694de3c83518532c" providerId="LiveId" clId="{10CD68D7-CBE1-4750-A2D1-7DEE064E9363}" dt="2026-05-24T09:14:35.187" v="95"/>
          <ac:graphicFrameMkLst>
            <pc:docMk/>
            <pc:sldMk cId="4279029636" sldId="259"/>
            <ac:graphicFrameMk id="5" creationId="{F519459D-F748-3377-4E55-D51E89AF6AC2}"/>
          </ac:graphicFrameMkLst>
        </pc:graphicFrameChg>
      </pc:sldChg>
      <pc:sldChg chg="modSp mod">
        <pc:chgData name="Heinrich Venter" userId="694de3c83518532c" providerId="LiveId" clId="{10CD68D7-CBE1-4750-A2D1-7DEE064E9363}" dt="2026-05-24T09:44:50.269" v="2751" actId="20577"/>
        <pc:sldMkLst>
          <pc:docMk/>
          <pc:sldMk cId="2961901457" sldId="269"/>
        </pc:sldMkLst>
        <pc:spChg chg="mod">
          <ac:chgData name="Heinrich Venter" userId="694de3c83518532c" providerId="LiveId" clId="{10CD68D7-CBE1-4750-A2D1-7DEE064E9363}" dt="2026-05-24T09:44:50.269" v="2751" actId="20577"/>
          <ac:spMkLst>
            <pc:docMk/>
            <pc:sldMk cId="2961901457" sldId="269"/>
            <ac:spMk id="3" creationId="{A52EF0A1-3D21-8BB7-02F3-33253F2DFB43}"/>
          </ac:spMkLst>
        </pc:spChg>
      </pc:sldChg>
      <pc:sldChg chg="addSp modSp mod">
        <pc:chgData name="Heinrich Venter" userId="694de3c83518532c" providerId="LiveId" clId="{10CD68D7-CBE1-4750-A2D1-7DEE064E9363}" dt="2026-05-24T11:06:41.718" v="4227" actId="20577"/>
        <pc:sldMkLst>
          <pc:docMk/>
          <pc:sldMk cId="3917241819" sldId="279"/>
        </pc:sldMkLst>
        <pc:spChg chg="mod">
          <ac:chgData name="Heinrich Venter" userId="694de3c83518532c" providerId="LiveId" clId="{10CD68D7-CBE1-4750-A2D1-7DEE064E9363}" dt="2026-05-24T10:00:05.034" v="3393" actId="27636"/>
          <ac:spMkLst>
            <pc:docMk/>
            <pc:sldMk cId="3917241819" sldId="279"/>
            <ac:spMk id="3" creationId="{109C2FE0-6991-DDAF-C4F7-B3415EC34474}"/>
          </ac:spMkLst>
        </pc:spChg>
        <pc:spChg chg="mod">
          <ac:chgData name="Heinrich Venter" userId="694de3c83518532c" providerId="LiveId" clId="{10CD68D7-CBE1-4750-A2D1-7DEE064E9363}" dt="2026-05-24T10:01:04.280" v="3403" actId="1076"/>
          <ac:spMkLst>
            <pc:docMk/>
            <pc:sldMk cId="3917241819" sldId="279"/>
            <ac:spMk id="4" creationId="{48BF1EF6-F8B8-8CF4-9169-05F15F67B902}"/>
          </ac:spMkLst>
        </pc:spChg>
        <pc:spChg chg="mod">
          <ac:chgData name="Heinrich Venter" userId="694de3c83518532c" providerId="LiveId" clId="{10CD68D7-CBE1-4750-A2D1-7DEE064E9363}" dt="2026-05-24T11:06:41.718" v="4227" actId="20577"/>
          <ac:spMkLst>
            <pc:docMk/>
            <pc:sldMk cId="3917241819" sldId="279"/>
            <ac:spMk id="5" creationId="{F10EB81D-A986-42AD-847E-FF3A1F656CEB}"/>
          </ac:spMkLst>
        </pc:spChg>
        <pc:picChg chg="add mod">
          <ac:chgData name="Heinrich Venter" userId="694de3c83518532c" providerId="LiveId" clId="{10CD68D7-CBE1-4750-A2D1-7DEE064E9363}" dt="2026-05-24T10:01:10.857" v="3404" actId="1076"/>
          <ac:picMkLst>
            <pc:docMk/>
            <pc:sldMk cId="3917241819" sldId="279"/>
            <ac:picMk id="1026" creationId="{F6F76BE5-4844-9D9B-EDC2-816CC06C42C3}"/>
          </ac:picMkLst>
        </pc:picChg>
      </pc:sldChg>
      <pc:sldChg chg="modSp mod">
        <pc:chgData name="Heinrich Venter" userId="694de3c83518532c" providerId="LiveId" clId="{10CD68D7-CBE1-4750-A2D1-7DEE064E9363}" dt="2026-05-24T11:05:44.022" v="4106" actId="20577"/>
        <pc:sldMkLst>
          <pc:docMk/>
          <pc:sldMk cId="3469156485" sldId="280"/>
        </pc:sldMkLst>
        <pc:spChg chg="mod">
          <ac:chgData name="Heinrich Venter" userId="694de3c83518532c" providerId="LiveId" clId="{10CD68D7-CBE1-4750-A2D1-7DEE064E9363}" dt="2026-05-24T11:05:44.022" v="4106" actId="20577"/>
          <ac:spMkLst>
            <pc:docMk/>
            <pc:sldMk cId="3469156485" sldId="280"/>
            <ac:spMk id="5" creationId="{50C57F65-7853-E45D-CA58-31BCC9DE7B02}"/>
          </ac:spMkLst>
        </pc:spChg>
        <pc:spChg chg="mod">
          <ac:chgData name="Heinrich Venter" userId="694de3c83518532c" providerId="LiveId" clId="{10CD68D7-CBE1-4750-A2D1-7DEE064E9363}" dt="2026-05-24T11:01:47.702" v="3490" actId="20577"/>
          <ac:spMkLst>
            <pc:docMk/>
            <pc:sldMk cId="3469156485" sldId="280"/>
            <ac:spMk id="11" creationId="{E3D936A8-CA08-48BB-AA98-F3A8B43B31CF}"/>
          </ac:spMkLst>
        </pc:spChg>
      </pc:sldChg>
      <pc:sldChg chg="modSp mod">
        <pc:chgData name="Heinrich Venter" userId="694de3c83518532c" providerId="LiveId" clId="{10CD68D7-CBE1-4750-A2D1-7DEE064E9363}" dt="2026-05-24T09:51:15.846" v="2759" actId="27636"/>
        <pc:sldMkLst>
          <pc:docMk/>
          <pc:sldMk cId="4103162250" sldId="285"/>
        </pc:sldMkLst>
        <pc:spChg chg="mod">
          <ac:chgData name="Heinrich Venter" userId="694de3c83518532c" providerId="LiveId" clId="{10CD68D7-CBE1-4750-A2D1-7DEE064E9363}" dt="2026-05-24T09:50:47.060" v="2753"/>
          <ac:spMkLst>
            <pc:docMk/>
            <pc:sldMk cId="4103162250" sldId="285"/>
            <ac:spMk id="3" creationId="{A52EF0A1-3D21-8BB7-02F3-33253F2DFB43}"/>
          </ac:spMkLst>
        </pc:spChg>
        <pc:spChg chg="mod">
          <ac:chgData name="Heinrich Venter" userId="694de3c83518532c" providerId="LiveId" clId="{10CD68D7-CBE1-4750-A2D1-7DEE064E9363}" dt="2026-05-24T09:51:15.846" v="2759" actId="27636"/>
          <ac:spMkLst>
            <pc:docMk/>
            <pc:sldMk cId="4103162250" sldId="285"/>
            <ac:spMk id="4" creationId="{733B3A00-9BAD-4EED-A5B0-1F15087135FA}"/>
          </ac:spMkLst>
        </pc:spChg>
      </pc:sldChg>
      <pc:sldChg chg="modSp mod">
        <pc:chgData name="Heinrich Venter" userId="694de3c83518532c" providerId="LiveId" clId="{10CD68D7-CBE1-4750-A2D1-7DEE064E9363}" dt="2026-05-24T09:58:31.385" v="3309" actId="20577"/>
        <pc:sldMkLst>
          <pc:docMk/>
          <pc:sldMk cId="4188302786" sldId="287"/>
        </pc:sldMkLst>
        <pc:spChg chg="mod">
          <ac:chgData name="Heinrich Venter" userId="694de3c83518532c" providerId="LiveId" clId="{10CD68D7-CBE1-4750-A2D1-7DEE064E9363}" dt="2026-05-24T09:54:33.723" v="2789" actId="20577"/>
          <ac:spMkLst>
            <pc:docMk/>
            <pc:sldMk cId="4188302786" sldId="287"/>
            <ac:spMk id="2" creationId="{5AD3A040-4DF6-3A52-2828-494419344D41}"/>
          </ac:spMkLst>
        </pc:spChg>
        <pc:spChg chg="mod">
          <ac:chgData name="Heinrich Venter" userId="694de3c83518532c" providerId="LiveId" clId="{10CD68D7-CBE1-4750-A2D1-7DEE064E9363}" dt="2026-05-24T09:58:31.385" v="3309" actId="20577"/>
          <ac:spMkLst>
            <pc:docMk/>
            <pc:sldMk cId="4188302786" sldId="287"/>
            <ac:spMk id="5" creationId="{208AF426-607B-1936-143C-7541AD8896ED}"/>
          </ac:spMkLst>
        </pc:spChg>
        <pc:spChg chg="mod">
          <ac:chgData name="Heinrich Venter" userId="694de3c83518532c" providerId="LiveId" clId="{10CD68D7-CBE1-4750-A2D1-7DEE064E9363}" dt="2026-05-24T09:54:40.185" v="2798" actId="20577"/>
          <ac:spMkLst>
            <pc:docMk/>
            <pc:sldMk cId="4188302786" sldId="287"/>
            <ac:spMk id="8" creationId="{DFB8CE4C-97AF-7F3E-9CAC-E06101B7E86D}"/>
          </ac:spMkLst>
        </pc:spChg>
        <pc:spChg chg="mod">
          <ac:chgData name="Heinrich Venter" userId="694de3c83518532c" providerId="LiveId" clId="{10CD68D7-CBE1-4750-A2D1-7DEE064E9363}" dt="2026-05-24T09:54:55.923" v="2805" actId="20577"/>
          <ac:spMkLst>
            <pc:docMk/>
            <pc:sldMk cId="4188302786" sldId="287"/>
            <ac:spMk id="9" creationId="{0A4F4AF7-5E5A-2D76-3F73-6A09F3F31537}"/>
          </ac:spMkLst>
        </pc:spChg>
        <pc:spChg chg="mod">
          <ac:chgData name="Heinrich Venter" userId="694de3c83518532c" providerId="LiveId" clId="{10CD68D7-CBE1-4750-A2D1-7DEE064E9363}" dt="2026-05-24T09:55:04.956" v="2818" actId="20577"/>
          <ac:spMkLst>
            <pc:docMk/>
            <pc:sldMk cId="4188302786" sldId="287"/>
            <ac:spMk id="10" creationId="{841EBE6D-B5D0-4C30-C32E-F3AA1F02B8FD}"/>
          </ac:spMkLst>
        </pc:spChg>
      </pc:sldChg>
      <pc:sldChg chg="modSp mod">
        <pc:chgData name="Heinrich Venter" userId="694de3c83518532c" providerId="LiveId" clId="{10CD68D7-CBE1-4750-A2D1-7DEE064E9363}" dt="2026-05-24T11:13:59.165" v="4299" actId="113"/>
        <pc:sldMkLst>
          <pc:docMk/>
          <pc:sldMk cId="2953175661" sldId="288"/>
        </pc:sldMkLst>
        <pc:spChg chg="mod">
          <ac:chgData name="Heinrich Venter" userId="694de3c83518532c" providerId="LiveId" clId="{10CD68D7-CBE1-4750-A2D1-7DEE064E9363}" dt="2026-05-24T11:13:59.165" v="4299" actId="113"/>
          <ac:spMkLst>
            <pc:docMk/>
            <pc:sldMk cId="2953175661" sldId="288"/>
            <ac:spMk id="5" creationId="{208AF426-607B-1936-143C-7541AD8896ED}"/>
          </ac:spMkLst>
        </pc:spChg>
        <pc:spChg chg="mod">
          <ac:chgData name="Heinrich Venter" userId="694de3c83518532c" providerId="LiveId" clId="{10CD68D7-CBE1-4750-A2D1-7DEE064E9363}" dt="2026-05-24T11:08:21.423" v="4249" actId="20577"/>
          <ac:spMkLst>
            <pc:docMk/>
            <pc:sldMk cId="2953175661" sldId="288"/>
            <ac:spMk id="8" creationId="{DFB8CE4C-97AF-7F3E-9CAC-E06101B7E86D}"/>
          </ac:spMkLst>
        </pc:spChg>
        <pc:spChg chg="mod">
          <ac:chgData name="Heinrich Venter" userId="694de3c83518532c" providerId="LiveId" clId="{10CD68D7-CBE1-4750-A2D1-7DEE064E9363}" dt="2026-05-24T11:09:06.463" v="4260" actId="20577"/>
          <ac:spMkLst>
            <pc:docMk/>
            <pc:sldMk cId="2953175661" sldId="288"/>
            <ac:spMk id="9" creationId="{0A4F4AF7-5E5A-2D76-3F73-6A09F3F31537}"/>
          </ac:spMkLst>
        </pc:spChg>
        <pc:spChg chg="mod">
          <ac:chgData name="Heinrich Venter" userId="694de3c83518532c" providerId="LiveId" clId="{10CD68D7-CBE1-4750-A2D1-7DEE064E9363}" dt="2026-05-24T11:11:58.707" v="4292" actId="20577"/>
          <ac:spMkLst>
            <pc:docMk/>
            <pc:sldMk cId="2953175661" sldId="288"/>
            <ac:spMk id="10" creationId="{841EBE6D-B5D0-4C30-C32E-F3AA1F02B8FD}"/>
          </ac:spMkLst>
        </pc:spChg>
      </pc:sldChg>
      <pc:sldChg chg="modSp mod">
        <pc:chgData name="Heinrich Venter" userId="694de3c83518532c" providerId="LiveId" clId="{10CD68D7-CBE1-4750-A2D1-7DEE064E9363}" dt="2026-05-24T11:20:05.377" v="4323" actId="27636"/>
        <pc:sldMkLst>
          <pc:docMk/>
          <pc:sldMk cId="708745857" sldId="289"/>
        </pc:sldMkLst>
        <pc:spChg chg="mod">
          <ac:chgData name="Heinrich Venter" userId="694de3c83518532c" providerId="LiveId" clId="{10CD68D7-CBE1-4750-A2D1-7DEE064E9363}" dt="2026-05-24T11:17:34.751" v="4304" actId="5793"/>
          <ac:spMkLst>
            <pc:docMk/>
            <pc:sldMk cId="708745857" sldId="289"/>
            <ac:spMk id="3" creationId="{109C2FE0-6991-DDAF-C4F7-B3415EC34474}"/>
          </ac:spMkLst>
        </pc:spChg>
        <pc:spChg chg="mod">
          <ac:chgData name="Heinrich Venter" userId="694de3c83518532c" providerId="LiveId" clId="{10CD68D7-CBE1-4750-A2D1-7DEE064E9363}" dt="2026-05-24T11:20:05.377" v="4323" actId="27636"/>
          <ac:spMkLst>
            <pc:docMk/>
            <pc:sldMk cId="708745857" sldId="289"/>
            <ac:spMk id="5" creationId="{F10EB81D-A986-42AD-847E-FF3A1F656CEB}"/>
          </ac:spMkLst>
        </pc:spChg>
      </pc:sldChg>
      <pc:sldChg chg="modSp mod">
        <pc:chgData name="Heinrich Venter" userId="694de3c83518532c" providerId="LiveId" clId="{10CD68D7-CBE1-4750-A2D1-7DEE064E9363}" dt="2026-05-24T11:21:57.711" v="4339" actId="20577"/>
        <pc:sldMkLst>
          <pc:docMk/>
          <pc:sldMk cId="1027777261" sldId="290"/>
        </pc:sldMkLst>
        <pc:spChg chg="mod">
          <ac:chgData name="Heinrich Venter" userId="694de3c83518532c" providerId="LiveId" clId="{10CD68D7-CBE1-4750-A2D1-7DEE064E9363}" dt="2026-05-24T11:21:57.711" v="4339" actId="20577"/>
          <ac:spMkLst>
            <pc:docMk/>
            <pc:sldMk cId="1027777261" sldId="290"/>
            <ac:spMk id="5" creationId="{50C57F65-7853-E45D-CA58-31BCC9DE7B02}"/>
          </ac:spMkLst>
        </pc:spChg>
        <pc:spChg chg="mod">
          <ac:chgData name="Heinrich Venter" userId="694de3c83518532c" providerId="LiveId" clId="{10CD68D7-CBE1-4750-A2D1-7DEE064E9363}" dt="2026-05-24T11:21:28.680" v="4331" actId="27636"/>
          <ac:spMkLst>
            <pc:docMk/>
            <pc:sldMk cId="1027777261" sldId="290"/>
            <ac:spMk id="11" creationId="{E3D936A8-CA08-48BB-AA98-F3A8B43B31CF}"/>
          </ac:spMkLst>
        </pc:spChg>
      </pc:sldChg>
      <pc:sldChg chg="modSp mod">
        <pc:chgData name="Heinrich Venter" userId="694de3c83518532c" providerId="LiveId" clId="{10CD68D7-CBE1-4750-A2D1-7DEE064E9363}" dt="2026-05-24T11:25:45.751" v="4438" actId="5793"/>
        <pc:sldMkLst>
          <pc:docMk/>
          <pc:sldMk cId="733961800" sldId="291"/>
        </pc:sldMkLst>
        <pc:spChg chg="mod">
          <ac:chgData name="Heinrich Venter" userId="694de3c83518532c" providerId="LiveId" clId="{10CD68D7-CBE1-4750-A2D1-7DEE064E9363}" dt="2026-05-24T11:25:45.751" v="4438" actId="5793"/>
          <ac:spMkLst>
            <pc:docMk/>
            <pc:sldMk cId="733961800" sldId="291"/>
            <ac:spMk id="5" creationId="{208AF426-607B-1936-143C-7541AD8896ED}"/>
          </ac:spMkLst>
        </pc:spChg>
        <pc:spChg chg="mod">
          <ac:chgData name="Heinrich Venter" userId="694de3c83518532c" providerId="LiveId" clId="{10CD68D7-CBE1-4750-A2D1-7DEE064E9363}" dt="2026-05-24T11:24:16" v="4376" actId="20577"/>
          <ac:spMkLst>
            <pc:docMk/>
            <pc:sldMk cId="733961800" sldId="291"/>
            <ac:spMk id="8" creationId="{DFB8CE4C-97AF-7F3E-9CAC-E06101B7E86D}"/>
          </ac:spMkLst>
        </pc:spChg>
        <pc:spChg chg="mod">
          <ac:chgData name="Heinrich Venter" userId="694de3c83518532c" providerId="LiveId" clId="{10CD68D7-CBE1-4750-A2D1-7DEE064E9363}" dt="2026-05-24T11:24:25.653" v="4379" actId="27636"/>
          <ac:spMkLst>
            <pc:docMk/>
            <pc:sldMk cId="733961800" sldId="291"/>
            <ac:spMk id="9" creationId="{0A4F4AF7-5E5A-2D76-3F73-6A09F3F31537}"/>
          </ac:spMkLst>
        </pc:spChg>
        <pc:spChg chg="mod">
          <ac:chgData name="Heinrich Venter" userId="694de3c83518532c" providerId="LiveId" clId="{10CD68D7-CBE1-4750-A2D1-7DEE064E9363}" dt="2026-05-24T11:24:40.292" v="4382" actId="27636"/>
          <ac:spMkLst>
            <pc:docMk/>
            <pc:sldMk cId="733961800" sldId="291"/>
            <ac:spMk id="10" creationId="{841EBE6D-B5D0-4C30-C32E-F3AA1F02B8FD}"/>
          </ac:spMkLst>
        </pc:spChg>
      </pc:sldChg>
      <pc:sldChg chg="modSp mod">
        <pc:chgData name="Heinrich Venter" userId="694de3c83518532c" providerId="LiveId" clId="{10CD68D7-CBE1-4750-A2D1-7DEE064E9363}" dt="2026-05-25T01:07:09.081" v="4654" actId="113"/>
        <pc:sldMkLst>
          <pc:docMk/>
          <pc:sldMk cId="3091740916" sldId="292"/>
        </pc:sldMkLst>
        <pc:spChg chg="mod">
          <ac:chgData name="Heinrich Venter" userId="694de3c83518532c" providerId="LiveId" clId="{10CD68D7-CBE1-4750-A2D1-7DEE064E9363}" dt="2026-05-25T01:06:14.806" v="4633" actId="20577"/>
          <ac:spMkLst>
            <pc:docMk/>
            <pc:sldMk cId="3091740916" sldId="292"/>
            <ac:spMk id="3" creationId="{109C2FE0-6991-DDAF-C4F7-B3415EC34474}"/>
          </ac:spMkLst>
        </pc:spChg>
        <pc:spChg chg="mod">
          <ac:chgData name="Heinrich Venter" userId="694de3c83518532c" providerId="LiveId" clId="{10CD68D7-CBE1-4750-A2D1-7DEE064E9363}" dt="2026-05-25T01:07:09.081" v="4654" actId="113"/>
          <ac:spMkLst>
            <pc:docMk/>
            <pc:sldMk cId="3091740916" sldId="292"/>
            <ac:spMk id="5" creationId="{F10EB81D-A986-42AD-847E-FF3A1F656CEB}"/>
          </ac:spMkLst>
        </pc:spChg>
      </pc:sldChg>
      <pc:sldChg chg="modSp mod">
        <pc:chgData name="Heinrich Venter" userId="694de3c83518532c" providerId="LiveId" clId="{10CD68D7-CBE1-4750-A2D1-7DEE064E9363}" dt="2026-05-25T01:08:24.879" v="4657" actId="27636"/>
        <pc:sldMkLst>
          <pc:docMk/>
          <pc:sldMk cId="3290795109" sldId="293"/>
        </pc:sldMkLst>
        <pc:spChg chg="mod">
          <ac:chgData name="Heinrich Venter" userId="694de3c83518532c" providerId="LiveId" clId="{10CD68D7-CBE1-4750-A2D1-7DEE064E9363}" dt="2026-05-25T00:34:16.557" v="4608" actId="27636"/>
          <ac:spMkLst>
            <pc:docMk/>
            <pc:sldMk cId="3290795109" sldId="293"/>
            <ac:spMk id="5" creationId="{50C57F65-7853-E45D-CA58-31BCC9DE7B02}"/>
          </ac:spMkLst>
        </pc:spChg>
        <pc:spChg chg="mod">
          <ac:chgData name="Heinrich Venter" userId="694de3c83518532c" providerId="LiveId" clId="{10CD68D7-CBE1-4750-A2D1-7DEE064E9363}" dt="2026-05-25T01:08:24.879" v="4657" actId="27636"/>
          <ac:spMkLst>
            <pc:docMk/>
            <pc:sldMk cId="3290795109" sldId="293"/>
            <ac:spMk id="11" creationId="{E3D936A8-CA08-48BB-AA98-F3A8B43B31CF}"/>
          </ac:spMkLst>
        </pc:spChg>
      </pc:sldChg>
      <pc:sldChg chg="modSp mod">
        <pc:chgData name="Heinrich Venter" userId="694de3c83518532c" providerId="LiveId" clId="{10CD68D7-CBE1-4750-A2D1-7DEE064E9363}" dt="2026-05-25T00:33:55.377" v="4601" actId="27636"/>
        <pc:sldMkLst>
          <pc:docMk/>
          <pc:sldMk cId="3463644882" sldId="294"/>
        </pc:sldMkLst>
        <pc:spChg chg="mod">
          <ac:chgData name="Heinrich Venter" userId="694de3c83518532c" providerId="LiveId" clId="{10CD68D7-CBE1-4750-A2D1-7DEE064E9363}" dt="2026-05-25T00:33:37.416" v="4593" actId="20577"/>
          <ac:spMkLst>
            <pc:docMk/>
            <pc:sldMk cId="3463644882" sldId="294"/>
            <ac:spMk id="5" creationId="{208AF426-607B-1936-143C-7541AD8896ED}"/>
          </ac:spMkLst>
        </pc:spChg>
        <pc:spChg chg="mod">
          <ac:chgData name="Heinrich Venter" userId="694de3c83518532c" providerId="LiveId" clId="{10CD68D7-CBE1-4750-A2D1-7DEE064E9363}" dt="2026-05-25T00:33:41.936" v="4595" actId="27636"/>
          <ac:spMkLst>
            <pc:docMk/>
            <pc:sldMk cId="3463644882" sldId="294"/>
            <ac:spMk id="8" creationId="{DFB8CE4C-97AF-7F3E-9CAC-E06101B7E86D}"/>
          </ac:spMkLst>
        </pc:spChg>
        <pc:spChg chg="mod">
          <ac:chgData name="Heinrich Venter" userId="694de3c83518532c" providerId="LiveId" clId="{10CD68D7-CBE1-4750-A2D1-7DEE064E9363}" dt="2026-05-25T00:33:48.136" v="4597" actId="27636"/>
          <ac:spMkLst>
            <pc:docMk/>
            <pc:sldMk cId="3463644882" sldId="294"/>
            <ac:spMk id="9" creationId="{0A4F4AF7-5E5A-2D76-3F73-6A09F3F31537}"/>
          </ac:spMkLst>
        </pc:spChg>
        <pc:spChg chg="mod">
          <ac:chgData name="Heinrich Venter" userId="694de3c83518532c" providerId="LiveId" clId="{10CD68D7-CBE1-4750-A2D1-7DEE064E9363}" dt="2026-05-25T00:33:55.377" v="4601" actId="27636"/>
          <ac:spMkLst>
            <pc:docMk/>
            <pc:sldMk cId="3463644882" sldId="294"/>
            <ac:spMk id="10" creationId="{841EBE6D-B5D0-4C30-C32E-F3AA1F02B8FD}"/>
          </ac:spMkLst>
        </pc:spChg>
      </pc:sldChg>
      <pc:sldChg chg="modSp mod">
        <pc:chgData name="Heinrich Venter" userId="694de3c83518532c" providerId="LiveId" clId="{10CD68D7-CBE1-4750-A2D1-7DEE064E9363}" dt="2026-05-25T00:33:23.546" v="4592" actId="27636"/>
        <pc:sldMkLst>
          <pc:docMk/>
          <pc:sldMk cId="2380697536" sldId="295"/>
        </pc:sldMkLst>
        <pc:spChg chg="mod">
          <ac:chgData name="Heinrich Venter" userId="694de3c83518532c" providerId="LiveId" clId="{10CD68D7-CBE1-4750-A2D1-7DEE064E9363}" dt="2026-05-25T00:33:19.329" v="4590" actId="27636"/>
          <ac:spMkLst>
            <pc:docMk/>
            <pc:sldMk cId="2380697536" sldId="295"/>
            <ac:spMk id="3" creationId="{109C2FE0-6991-DDAF-C4F7-B3415EC34474}"/>
          </ac:spMkLst>
        </pc:spChg>
        <pc:spChg chg="mod">
          <ac:chgData name="Heinrich Venter" userId="694de3c83518532c" providerId="LiveId" clId="{10CD68D7-CBE1-4750-A2D1-7DEE064E9363}" dt="2026-05-25T00:33:23.546" v="4592" actId="27636"/>
          <ac:spMkLst>
            <pc:docMk/>
            <pc:sldMk cId="2380697536" sldId="295"/>
            <ac:spMk id="5" creationId="{F10EB81D-A986-42AD-847E-FF3A1F656CEB}"/>
          </ac:spMkLst>
        </pc:spChg>
      </pc:sldChg>
      <pc:sldChg chg="modSp mod">
        <pc:chgData name="Heinrich Venter" userId="694de3c83518532c" providerId="LiveId" clId="{10CD68D7-CBE1-4750-A2D1-7DEE064E9363}" dt="2026-05-24T11:45:55.046" v="4580" actId="20577"/>
        <pc:sldMkLst>
          <pc:docMk/>
          <pc:sldMk cId="1324961155" sldId="296"/>
        </pc:sldMkLst>
        <pc:spChg chg="mod">
          <ac:chgData name="Heinrich Venter" userId="694de3c83518532c" providerId="LiveId" clId="{10CD68D7-CBE1-4750-A2D1-7DEE064E9363}" dt="2026-05-24T11:45:55.046" v="4580" actId="20577"/>
          <ac:spMkLst>
            <pc:docMk/>
            <pc:sldMk cId="1324961155" sldId="296"/>
            <ac:spMk id="5" creationId="{50C57F65-7853-E45D-CA58-31BCC9DE7B02}"/>
          </ac:spMkLst>
        </pc:spChg>
        <pc:spChg chg="mod">
          <ac:chgData name="Heinrich Venter" userId="694de3c83518532c" providerId="LiveId" clId="{10CD68D7-CBE1-4750-A2D1-7DEE064E9363}" dt="2026-05-24T11:44:51.270" v="4567" actId="20577"/>
          <ac:spMkLst>
            <pc:docMk/>
            <pc:sldMk cId="1324961155" sldId="296"/>
            <ac:spMk id="11" creationId="{E3D936A8-CA08-48BB-AA98-F3A8B43B31CF}"/>
          </ac:spMkLst>
        </pc:spChg>
      </pc:sldChg>
      <pc:sldChg chg="new del">
        <pc:chgData name="Heinrich Venter" userId="694de3c83518532c" providerId="LiveId" clId="{10CD68D7-CBE1-4750-A2D1-7DEE064E9363}" dt="2026-05-24T09:59:59.159" v="3390" actId="47"/>
        <pc:sldMkLst>
          <pc:docMk/>
          <pc:sldMk cId="1930837264" sldId="297"/>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25/05/2026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25/05/2026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25/05/2026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25/05/2026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25/05/2026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25/05/2026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25/05/2026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25/05/2026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25/05/2026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25/05/2026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25/05/2026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25/05/2026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 Heinrich venter</a:t>
            </a:r>
            <a:br>
              <a:rPr lang="en-NZ" noProof="0" dirty="0"/>
            </a:br>
            <a:r>
              <a:rPr lang="en-NZ" noProof="0" dirty="0"/>
              <a:t>Project Name: Mark Sutherland</a:t>
            </a:r>
          </a:p>
          <a:p>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a:t>
            </a:r>
            <a:br>
              <a:rPr lang="en-NZ" noProof="0" dirty="0"/>
            </a:b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Technique 1:</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108153996"/>
              </p:ext>
            </p:extLst>
          </p:nvPr>
        </p:nvGraphicFramePr>
        <p:xfrm>
          <a:off x="392784" y="1951294"/>
          <a:ext cx="11406432" cy="10778791"/>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r>
                        <a:rPr lang="en-US" sz="1800" kern="1200" dirty="0">
                          <a:solidFill>
                            <a:schemeClr val="dk1"/>
                          </a:solidFill>
                          <a:effectLst/>
                          <a:latin typeface="+mn-lt"/>
                          <a:ea typeface="+mn-ea"/>
                          <a:cs typeface="+mn-cs"/>
                        </a:rPr>
                        <a:t>Accessibility for the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means the bike’s controls, indicators, and basic functions need to be understandable and manageable for a range of riders. This includes clear visual indicators, easy-to-reach switches, and controls that don’t require excessive strength.</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riders need to operate the hybrid system, throttle, and display safely without confusion. I will address this by using clearly labelled switches, simple control layouts, and making sure components like the electric–petrol mode indicator are easy to read.</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NZ" sz="1800" kern="1200" dirty="0">
                          <a:solidFill>
                            <a:schemeClr val="dk1"/>
                          </a:solidFill>
                          <a:effectLst/>
                          <a:latin typeface="+mn-lt"/>
                          <a:ea typeface="+mn-ea"/>
                          <a:cs typeface="+mn-cs"/>
                        </a:rPr>
                        <a:t>Usability relates to how easy it is to understand and use the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hybrid systems, such as switching modes, checking battery levels, or starting the bike. The design needs to feel intuitive even for new riders.</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matters because if the interface is confusing, the rider could misuse the bike or struggle during operation. I will address this by keeping the hybrid controls simple, limiting unnecessary switches, and providing a logical layout similar to standard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so it feels familiar.</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US" sz="1800" kern="1200" dirty="0">
                          <a:solidFill>
                            <a:schemeClr val="dk1"/>
                          </a:solidFill>
                          <a:effectLst/>
                          <a:latin typeface="+mn-lt"/>
                          <a:ea typeface="+mn-ea"/>
                          <a:cs typeface="+mn-cs"/>
                        </a:rPr>
                        <a:t>Functionality refers to how well the 70cc hybrid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performs its intended purpose—delivering reliable petrol and electric operation, smooth power delivery, and stable riding. It also includes ensuring the components (battery, controller, mechanical systems) work together correctly.</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the bike must be reliable and safe. I will address this by testing the hybrid system regularly, checking wiring, ensuring the mechanical and electrical parts don’t interfere with each other, and confirming that power output remains stable.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r>
                        <a:rPr lang="en-NZ" sz="1800" kern="1200" dirty="0">
                          <a:solidFill>
                            <a:schemeClr val="dk1"/>
                          </a:solidFill>
                          <a:effectLst/>
                          <a:latin typeface="+mn-lt"/>
                          <a:ea typeface="+mn-ea"/>
                          <a:cs typeface="+mn-cs"/>
                        </a:rPr>
                        <a:t>Aesthetics for the </a:t>
                      </a:r>
                      <a:r>
                        <a:rPr lang="en-NZ" sz="1800" kern="1200" dirty="0" err="1">
                          <a:solidFill>
                            <a:schemeClr val="dk1"/>
                          </a:solidFill>
                          <a:effectLst/>
                          <a:latin typeface="+mn-lt"/>
                          <a:ea typeface="+mn-ea"/>
                          <a:cs typeface="+mn-cs"/>
                        </a:rPr>
                        <a:t>pitbike</a:t>
                      </a:r>
                      <a:r>
                        <a:rPr lang="en-NZ" sz="1800" kern="1200" dirty="0">
                          <a:solidFill>
                            <a:schemeClr val="dk1"/>
                          </a:solidFill>
                          <a:effectLst/>
                          <a:latin typeface="+mn-lt"/>
                          <a:ea typeface="+mn-ea"/>
                          <a:cs typeface="+mn-cs"/>
                        </a:rPr>
                        <a:t> include the visual design—how the hybrid components are integrated, how tidy the wiring is, and the overall look of the bike. A clean, professional aesthetic helps the bike feel intentional rather than thrown together.</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a well-presented bike improves user confidence and makes maintenance easier. I will address this by organising wiring neatly, using matching colours or covers, and ensuring added components blend with the original frame so the hybrid upgrade looks cohesive.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p:txBody>
      </p:sp>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lnSpcReduction="10000"/>
          </a:bodyPr>
          <a:lstStyle/>
          <a:p>
            <a:pPr marL="0" indent="0">
              <a:buNone/>
            </a:pPr>
            <a:r>
              <a:rPr lang="en-US" sz="1800" i="1" noProof="0" dirty="0"/>
              <a:t>The </a:t>
            </a:r>
            <a:r>
              <a:rPr lang="en-US" sz="1800" i="1" noProof="0" dirty="0" err="1"/>
              <a:t>behaviour</a:t>
            </a:r>
            <a:r>
              <a:rPr lang="en-US" sz="1800" i="1" noProof="0" dirty="0"/>
              <a:t> of the electronics is as follows. Firstly to relay signal to a motor controller for </a:t>
            </a:r>
            <a:r>
              <a:rPr lang="en-US" sz="1800" i="1" noProof="0" dirty="0" err="1"/>
              <a:t>th</a:t>
            </a:r>
            <a:r>
              <a:rPr lang="en-US" sz="1800" i="1" dirty="0"/>
              <a:t>e 800w electric motor which is done with a analog hall effect sensor, the reason for having a separate controller is because the motor runs on 36v where as the Arduino r4 runs on 12v which is done with a 36-12v dc-dc buck converter. The next part is to have the 2 power units be separatable, this is done with a 24v electromagnetic hall effect sensor and another analog hall effect sensor so that when the bike comes </a:t>
            </a:r>
            <a:r>
              <a:rPr lang="en-US" sz="1800" i="1" dirty="0" err="1"/>
              <a:t>offthe</a:t>
            </a:r>
            <a:r>
              <a:rPr lang="en-US" sz="1800" i="1" dirty="0"/>
              <a:t> line both units are giving power and when the bike reaches a certain speed the clutch will disengage the electric motor from the engine(this is because the engine can go at a much greater rpm comparted to the electric motor) also in the case that  I need the motor detached from the rest of the power train  I have the analog hall effect sensor connected to the clutch leaver so that when I pull in the clutch It disengages both clutches. The third is the rpm sensing so using 2 digital hall effect sensors so detect </a:t>
            </a:r>
            <a:r>
              <a:rPr lang="en-US" sz="1800" i="1" dirty="0" err="1"/>
              <a:t>therpm</a:t>
            </a:r>
            <a:r>
              <a:rPr lang="en-US" sz="1800" i="1" dirty="0"/>
              <a:t> of both sides of the clutch so that before the magnetic clutch engages (since it will be disengaged at higher speeds) the electric motor matches the speed of the rest of the drive train otherwise if it doesn’t and it is slower than the rest of the drive  train it can either cause the bike to go slower or caused catastrophic damage to the bike itself. The fourth is the speed sensing using a digital </a:t>
            </a:r>
            <a:r>
              <a:rPr lang="en-US" sz="1800" i="1" dirty="0" err="1"/>
              <a:t>hallleffecct</a:t>
            </a:r>
            <a:r>
              <a:rPr lang="en-US" sz="1800" i="1" dirty="0"/>
              <a:t> sensor attached to the rear wheel to tell the Arduino what speed the bike is traveling at. </a:t>
            </a:r>
            <a:r>
              <a:rPr lang="en-US" sz="1800" i="1" dirty="0" err="1"/>
              <a:t>Fithly</a:t>
            </a:r>
            <a:r>
              <a:rPr lang="en-US" sz="1800" i="1" dirty="0"/>
              <a:t> battery and fuel gauges for the </a:t>
            </a:r>
            <a:r>
              <a:rPr lang="en-US" sz="1800" i="1" dirty="0" err="1"/>
              <a:t>battey</a:t>
            </a:r>
            <a:r>
              <a:rPr lang="en-US" sz="1800" i="1" dirty="0"/>
              <a:t> using a capacitor and resistor to give a readable signal for the Arduino to show the voltage of the battery and for the fuel using a flow sensor to tell the Arduino if there is fuel flow in the fuel lines so if there isn’t that means the fuel is low  Lastly is the dashboard so using a </a:t>
            </a:r>
            <a:r>
              <a:rPr lang="en-US" sz="1800" i="1" dirty="0" err="1"/>
              <a:t>Oled</a:t>
            </a:r>
            <a:r>
              <a:rPr lang="en-US" sz="1800" i="1" dirty="0"/>
              <a:t> display and a few </a:t>
            </a:r>
            <a:r>
              <a:rPr lang="en-US" sz="1800" i="1" dirty="0" err="1"/>
              <a:t>led’s</a:t>
            </a:r>
            <a:r>
              <a:rPr lang="en-US" sz="1800" i="1" dirty="0"/>
              <a:t> to visually display the speed, the rpm and the battery and fuel percentage.</a:t>
            </a:r>
            <a:endParaRPr lang="en-NZ" sz="1800" i="1" noProof="0" dirty="0"/>
          </a:p>
        </p:txBody>
      </p:sp>
    </p:spTree>
    <p:extLst>
      <p:ext uri="{BB962C8B-B14F-4D97-AF65-F5344CB8AC3E}">
        <p14:creationId xmlns:p14="http://schemas.microsoft.com/office/powerpoint/2010/main" val="29619014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US" sz="1800" dirty="0"/>
              <a:t>For this project, I am using the I2C (Inter-Integrated Circuit) communication protocol to interface the Arduino with the dashboard OLED display. I2C operates as a master-slave system using a two-wire synchronous bus consisting of a Serial Data line (SDA) and a Serial Clock line (SCL). The Arduino acts as the master device, generating the clock signal and initiating contact by transmitting the unique 7-bit hardware address belonging to the OLED display. Once communication is established, the Arduino uses this data bus to send continuous, real-time telemetry updates. Specifically, I am using this protocol to transmit calculated values ​​for the e-bike's speed, clutch RPM, battery voltage, and fuel flow status directly to the screen for the rider to see.</a:t>
            </a:r>
            <a:endParaRPr lang="en-NZ" sz="1800" i="1" noProof="0" dirty="0"/>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I selected the I2C protocol over alternative methods because it offers the best balance between speed and pin efficiency for this specific sensor-heavy application. While alternative interfaces like Parallel require eight or more digital pins, and SPI requires four, I2C requires only two microcontroller pins. Minimizing pin usage is critical for this e-bike layout because the system demands numerous dedicated hardware inputs for the digital speed sensors, analog clutch sensors, and the fuel flow meter. While SPI offers faster data transfer rates than I2C, the extra bandwidth is unnecessary for updating a small, primarily text-based dashboard screen. Furthermore, I2C supports multi-device connectivity on the same bus, allowing future upgrades—such as adding an I2C accelerometer or telemetry module—without consuming any additional physical pins on the Arduino.</a:t>
            </a:r>
            <a:endParaRPr lang="en-NZ" sz="1800" i="1" dirty="0"/>
          </a:p>
        </p:txBody>
      </p:sp>
    </p:spTree>
    <p:extLst>
      <p:ext uri="{BB962C8B-B14F-4D97-AF65-F5344CB8AC3E}">
        <p14:creationId xmlns:p14="http://schemas.microsoft.com/office/powerpoint/2010/main" val="41031622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825625"/>
            <a:ext cx="10515600" cy="87824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Insert updated diagram here of electronics outcome</a:t>
            </a:r>
          </a:p>
        </p:txBody>
      </p:sp>
    </p:spTree>
    <p:extLst>
      <p:ext uri="{BB962C8B-B14F-4D97-AF65-F5344CB8AC3E}">
        <p14:creationId xmlns:p14="http://schemas.microsoft.com/office/powerpoint/2010/main" val="9745590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1: controller</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I chose the Arduino r4 over the </a:t>
            </a:r>
            <a:r>
              <a:rPr lang="en-NZ" dirty="0" err="1"/>
              <a:t>esp</a:t>
            </a:r>
            <a:r>
              <a:rPr lang="en-NZ" dirty="0"/>
              <a:t> 32 because is have a fundamental </a:t>
            </a:r>
            <a:r>
              <a:rPr lang="en-NZ" dirty="0" err="1"/>
              <a:t>uderstranding</a:t>
            </a:r>
            <a:r>
              <a:rPr lang="en-NZ" dirty="0"/>
              <a:t> on the workings of the </a:t>
            </a:r>
            <a:r>
              <a:rPr lang="en-NZ" dirty="0" err="1"/>
              <a:t>arduios</a:t>
            </a:r>
            <a:r>
              <a:rPr lang="en-NZ" dirty="0"/>
              <a:t> compared to a the esp32 which </a:t>
            </a:r>
            <a:r>
              <a:rPr lang="en-NZ" dirty="0" err="1"/>
              <a:t>ive</a:t>
            </a:r>
            <a:r>
              <a:rPr lang="en-NZ" dirty="0"/>
              <a:t> never used before. I chose the r4 over the r3 because the r4 has a </a:t>
            </a:r>
            <a:r>
              <a:rPr lang="en-NZ" dirty="0" err="1"/>
              <a:t>wifi</a:t>
            </a:r>
            <a:r>
              <a:rPr lang="en-NZ" dirty="0"/>
              <a:t> chip on board which means  that I can made a </a:t>
            </a:r>
            <a:r>
              <a:rPr lang="en-NZ" dirty="0" err="1"/>
              <a:t>ui</a:t>
            </a:r>
            <a:r>
              <a:rPr lang="en-NZ" dirty="0"/>
              <a:t> to adjust settings like throttle logic and sensitivity and when I need to do maintenance I can turn stuff of  like the clutch for example</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a:p>
            <a:pPr marL="0" indent="0">
              <a:buNone/>
            </a:pPr>
            <a:r>
              <a:rPr lang="en-NZ" dirty="0" err="1"/>
              <a:t>Ardunio</a:t>
            </a:r>
            <a:r>
              <a:rPr lang="en-NZ" dirty="0"/>
              <a:t> R4</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Esp 32</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Arduino r3</a:t>
            </a:r>
            <a:r>
              <a:rPr lang="en-NZ" noProof="0" dirty="0"/>
              <a:t> </a:t>
            </a:r>
          </a:p>
        </p:txBody>
      </p:sp>
    </p:spTree>
    <p:extLst>
      <p:ext uri="{BB962C8B-B14F-4D97-AF65-F5344CB8AC3E}">
        <p14:creationId xmlns:p14="http://schemas.microsoft.com/office/powerpoint/2010/main" val="4188302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7500" lnSpcReduction="20000"/>
          </a:bodyPr>
          <a:lstStyle/>
          <a:p>
            <a:pPr marL="0" indent="0">
              <a:buNone/>
            </a:pPr>
            <a:r>
              <a:rPr lang="en-NZ" noProof="0" dirty="0"/>
              <a:t>Explanation of component</a:t>
            </a:r>
          </a:p>
          <a:p>
            <a:pPr marL="0" indent="0">
              <a:buNone/>
            </a:pPr>
            <a:r>
              <a:rPr lang="en-US" dirty="0"/>
              <a:t>The Arduino UNO R4 </a:t>
            </a:r>
            <a:r>
              <a:rPr lang="en-US" dirty="0" err="1"/>
              <a:t>WiFi</a:t>
            </a:r>
            <a:r>
              <a:rPr lang="en-US" dirty="0"/>
              <a:t> is a powerful 32-bit development board that combines a Renesas RA4M1 ARM Cortex-M4 processor with an </a:t>
            </a:r>
            <a:r>
              <a:rPr lang="en-US" dirty="0" err="1"/>
              <a:t>Espressif</a:t>
            </a:r>
            <a:r>
              <a:rPr lang="en-US" dirty="0"/>
              <a:t> ESP32-S3 module for Wi-Fi and Bluetooth connectivity. It retains the classic UNO footprint and 5V logic, making it ideal for both beginners and advanced IoT projects.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500284"/>
            <a:ext cx="5471651"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500283"/>
            <a:ext cx="4753897"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 very easy to control and upload code through a cable but still working on the uploading over </a:t>
            </a:r>
            <a:r>
              <a:rPr lang="en-NZ" noProof="0" dirty="0" err="1"/>
              <a:t>wifi</a:t>
            </a:r>
            <a:r>
              <a:rPr lang="en-NZ" noProof="0" dirty="0"/>
              <a:t>.</a:t>
            </a:r>
          </a:p>
          <a:p>
            <a:pPr marL="0" indent="0">
              <a:buFont typeface="Arial" panose="020B0604020202020204" pitchFamily="34" charset="0"/>
              <a:buNone/>
            </a:pPr>
            <a:endParaRPr lang="en-NZ" noProof="0" dirty="0"/>
          </a:p>
        </p:txBody>
      </p:sp>
      <p:pic>
        <p:nvPicPr>
          <p:cNvPr id="1026" name="Picture 2" descr="Arduino UNO R4 WiFi - HobbyElectronica">
            <a:extLst>
              <a:ext uri="{FF2B5EF4-FFF2-40B4-BE49-F238E27FC236}">
                <a16:creationId xmlns:a16="http://schemas.microsoft.com/office/drawing/2014/main" id="{F6F76BE5-4844-9D9B-EDC2-816CC06C42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3897" y="3896865"/>
            <a:ext cx="2894824" cy="2894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2418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through feedback </a:t>
            </a:r>
            <a:r>
              <a:rPr lang="en-NZ" noProof="0" dirty="0" err="1"/>
              <a:t>ive</a:t>
            </a:r>
            <a:r>
              <a:rPr lang="en-NZ" noProof="0" dirty="0"/>
              <a:t> found </a:t>
            </a:r>
            <a:r>
              <a:rPr lang="en-NZ" noProof="0" dirty="0" err="1"/>
              <a:t>tha</a:t>
            </a:r>
            <a:r>
              <a:rPr lang="en-NZ" dirty="0"/>
              <a:t>t incorporating a 0.1uf capacitor across the signal and ground wires of the sensors it can smoot the signal out to a very clear and stable signal, adding a 1k </a:t>
            </a:r>
            <a:r>
              <a:rPr lang="en-NZ" dirty="0" err="1"/>
              <a:t>resisitor</a:t>
            </a:r>
            <a:r>
              <a:rPr lang="en-NZ" dirty="0"/>
              <a:t> to the </a:t>
            </a:r>
            <a:r>
              <a:rPr lang="en-NZ" dirty="0" err="1"/>
              <a:t>leds</a:t>
            </a:r>
            <a:r>
              <a:rPr lang="en-NZ" dirty="0"/>
              <a:t> can make it slightly dimmer and can also make its longevity of the </a:t>
            </a:r>
            <a:r>
              <a:rPr lang="en-NZ" dirty="0" err="1"/>
              <a:t>leds</a:t>
            </a:r>
            <a:r>
              <a:rPr lang="en-NZ" dirty="0"/>
              <a:t> much greater cause the heat is greatly decreased, meaning that the chance of it blowing goes down cause the voltage is decreased that goes to the led itself</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the </a:t>
            </a:r>
            <a:r>
              <a:rPr lang="en-NZ" dirty="0" err="1"/>
              <a:t>analog</a:t>
            </a:r>
            <a:r>
              <a:rPr lang="en-NZ" dirty="0"/>
              <a:t> hall sensors have a very jumpy signal </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2</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US" dirty="0"/>
              <a:t>The chosen 1.3" I2C OLED display is the optimal choice for this system as it balances pixel-level graphic control (128x64 resolution) with high efficiency, vastly outperforming Alternative 1 (LCD screen) , which is limited to rigid character blocks, requires a high-draw backlight, and offers poor viewing angles. Because OLED pixels are self-emissive, unlit black pixels consume virtually zero power, making it ideal for low-power microcontrollers deployment. Additionally, while Alternative 2 (1.8" SPI TFT Color Display) provides vibrant colors, its SPI interface requires 4 to 5 data pins, which limits available inputs and complicates wiring. In contrast, the chosen OLED uses the I2C protocol , requiring only two shared lines (SDA and SCL). This preserves critical GPIO pins for other sensors, simplifies breadboard layout, and ensures a compact, power-efficient, and easily scalable system architecture.</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lstStyle/>
          <a:p>
            <a:pPr marL="0" indent="0">
              <a:buNone/>
            </a:pPr>
            <a:r>
              <a:rPr lang="en-NZ" noProof="0" dirty="0"/>
              <a:t>Chosen</a:t>
            </a:r>
          </a:p>
          <a:p>
            <a:pPr marL="0" indent="0">
              <a:buNone/>
            </a:pPr>
            <a:r>
              <a:rPr lang="en-NZ" dirty="0"/>
              <a:t>1.3” i2c </a:t>
            </a:r>
            <a:r>
              <a:rPr lang="en-NZ" dirty="0" err="1"/>
              <a:t>Oled</a:t>
            </a:r>
            <a:r>
              <a:rPr lang="en-NZ" dirty="0"/>
              <a:t> screen</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Lcd screen</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1.8” SPI TFT colour display</a:t>
            </a:r>
            <a:r>
              <a:rPr lang="en-NZ" noProof="0" dirty="0"/>
              <a:t> </a:t>
            </a:r>
          </a:p>
        </p:txBody>
      </p:sp>
    </p:spTree>
    <p:extLst>
      <p:ext uri="{BB962C8B-B14F-4D97-AF65-F5344CB8AC3E}">
        <p14:creationId xmlns:p14="http://schemas.microsoft.com/office/powerpoint/2010/main" val="2953175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47500" lnSpcReduction="20000"/>
          </a:bodyPr>
          <a:lstStyle/>
          <a:p>
            <a:pPr marL="0" indent="0">
              <a:buNone/>
            </a:pPr>
            <a:r>
              <a:rPr lang="en-NZ" noProof="0" dirty="0"/>
              <a:t>Explanation of component</a:t>
            </a:r>
          </a:p>
          <a:p>
            <a:pPr marL="0" indent="0">
              <a:buNone/>
            </a:pPr>
            <a:r>
              <a:rPr lang="en-US" dirty="0"/>
              <a:t>The speed and RPM tracking subsystem utilizes digital Hall effect sensors paired with neodymium magnets mounted on the rotating shafts (the clutches and the rear wheel). As the components spin, the magnet passes the face of the sensor, causing a state change in the magnetic field that triggers the sensor to output a clean digital pulse (switching between 0V and 5V). These sensors are wired directly to the Arduino's hardware interrupt pins. The microcontroller tracks the time interval between these incoming digital pulses to accurately calculate the real-time rotational speed (RPM) and the physical travel speed of the electric bike.</a:t>
            </a:r>
          </a:p>
          <a:p>
            <a:pPr marL="0" indent="0">
              <a:buNone/>
            </a:pPr>
            <a:br>
              <a:rPr lang="en-US" dirty="0"/>
            </a:br>
            <a:endParaRPr lang="en-US" dirty="0"/>
          </a:p>
          <a:p>
            <a:pPr marL="0" indent="0">
              <a:buNone/>
            </a:pP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None/>
            </a:pPr>
            <a:r>
              <a:rPr lang="en-US" dirty="0"/>
              <a:t>0.1uf smoothing capacitor was integrated across the signal and ground lines, which successfully filtered out the raw signal noise and stabilized the voltage drops. Following this hardware optimization, the Arduino recorded clean, reliable signal transitions with zero missed pulses or false triggers, confirming a successful PASSED status for the subsystem.</a:t>
            </a: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7087458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noProof="0" dirty="0"/>
              <a:t>Analyse notes from testing and note changes to be made:0.1uf </a:t>
            </a:r>
            <a:r>
              <a:rPr lang="en-US" dirty="0"/>
              <a:t>ceramic capacitor will be permanently soldered onto the PCB layout as close to the sensor input pins as possible to act as a permanent low-pass filter. Additionally, future iterations will utilize shielded twisted-pair cabling for all external sensor runs to provide structural immunity against external vehicle engine noise.</a:t>
            </a: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testing:0.1uf </a:t>
            </a:r>
            <a:r>
              <a:rPr lang="en-US" dirty="0"/>
              <a:t>hardware decoupling capacitor between the signal line and ground before trial 5, the data stabilized immediately. Across the remaining 6 trials, the sensor delivered a completely uniform, repeatable pulse train with zero false triggers, maintaining an identical, steady tracking waveform across all final iterations.</a:t>
            </a:r>
            <a:endParaRPr lang="en-NZ" noProof="0" dirty="0"/>
          </a:p>
        </p:txBody>
      </p:sp>
    </p:spTree>
    <p:extLst>
      <p:ext uri="{BB962C8B-B14F-4D97-AF65-F5344CB8AC3E}">
        <p14:creationId xmlns:p14="http://schemas.microsoft.com/office/powerpoint/2010/main" val="1027777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US" dirty="0"/>
              <a:t>The custom resistor voltage divider circuit was chosen because it provides the most elegant, cost-effective, and accurate solution for scaling down the battery's high voltage to a safe 0-5v level for the Arduino. Alternative 1 (a pre-built analog sensor module) was rejected because it simply uses the same basic resistor divider network but takes up significantly more physical space on the chassis and adds unnecessary manufacturing costs. Alternative 2 (a dedicated digital I2C ADC module) offers incredibly high bit resolution, but it is entirely unnecessary for this application since the Arduino’s built-in 10-bit ADC provides more than enough precision to read a standard vehicle battery level accurately. By choosing a custom resistor network paired with a 0.1uf filtering capacitor, the circuit minimizes bulk component footprints, eliminates the need for complex external software libraries, and directly cleans out high-frequency noise from heavy motor draw at a fraction of the cost of commercial modules.</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normAutofit fontScale="85000" lnSpcReduction="20000"/>
          </a:bodyPr>
          <a:lstStyle/>
          <a:p>
            <a:pPr marL="0" indent="0">
              <a:buNone/>
            </a:pPr>
            <a:r>
              <a:rPr lang="en-NZ" noProof="0" dirty="0"/>
              <a:t>Chosen</a:t>
            </a:r>
          </a:p>
          <a:p>
            <a:pPr marL="0" indent="0">
              <a:buNone/>
            </a:pPr>
            <a:r>
              <a:rPr lang="en-US" dirty="0"/>
              <a:t>Resistor Voltage Divider Circuit with a 0.1 </a:t>
            </a:r>
            <a:r>
              <a:rPr lang="en-US" dirty="0" err="1"/>
              <a:t>uf</a:t>
            </a:r>
            <a:r>
              <a:rPr lang="en-US" dirty="0"/>
              <a:t> filtering capacitor</a:t>
            </a: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Dedicated Analog Voltage Sensor Module (</a:t>
            </a:r>
            <a:r>
              <a:rPr lang="en-NZ" dirty="0" err="1"/>
              <a:t>eg</a:t>
            </a:r>
            <a:r>
              <a:rPr lang="en-NZ" dirty="0"/>
              <a:t>, ZMPT101B or standard voltage sensor breakout).</a:t>
            </a:r>
            <a:r>
              <a:rPr lang="en-NZ" noProof="0" dirty="0"/>
              <a:t> </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 </a:t>
            </a:r>
          </a:p>
          <a:p>
            <a:pPr marL="0" indent="0">
              <a:buNone/>
            </a:pPr>
            <a:r>
              <a:rPr lang="nn-NO" dirty="0"/>
              <a:t>Digital I2C Analog-to-Digital Converter (ADC) Module (eg, ADS1115 breakout).</a:t>
            </a:r>
            <a:endParaRPr lang="en-NZ" noProof="0" dirty="0"/>
          </a:p>
        </p:txBody>
      </p:sp>
    </p:spTree>
    <p:extLst>
      <p:ext uri="{BB962C8B-B14F-4D97-AF65-F5344CB8AC3E}">
        <p14:creationId xmlns:p14="http://schemas.microsoft.com/office/powerpoint/2010/main" val="7339618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a:t>
            </a:r>
          </a:p>
          <a:p>
            <a:pPr marL="0" indent="0">
              <a:buNone/>
            </a:pPr>
            <a:r>
              <a:rPr lang="en-US" dirty="0"/>
              <a:t>The visual indicator subsystem utilizes a series of light-emitting diodes (LEDs) to provide the rider with immediate, glanceable alerts regarding critical e-bike states, such as low battery thresholds or system errors. Because the Arduino's digital output pins deliver a 5V signal that exceeds the safe forward voltage and current limits of standard LEDs, an inline 1k </a:t>
            </a:r>
            <a:r>
              <a:rPr lang="en-US" dirty="0" err="1"/>
              <a:t>OHMcurrent</a:t>
            </a:r>
            <a:r>
              <a:rPr lang="en-US" dirty="0"/>
              <a:t>-limiting resistor is placed in series with each diode. This resistor acts as a current limiter to protect the LED from burning out and to prevent the Arduino pins from drawing excessive current. The microcontroller controls these indicators by toggling its digital General Purpose Input/Output (GPIO) pins between HIGH and LOW states based on incoming sensor data.</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None/>
            </a:pPr>
            <a:r>
              <a:rPr lang="en-US" dirty="0"/>
              <a:t>The objective of this test was to verify that the LED visual indicators turn on and off reliably without overloading the Arduino's digital pins or experiencing flickering during operation. The indicator circuit was assembled on a test bench with the1k ohm resistor placed in series between the digital output pin and the LED anode. Initial trials showed that the LED illuminated instantly when the pin was set to HIGH, but nearby electrical noise from the motor's power lines caused subtle flickering in the illumination state. To stabilize the signal, a 0.1uf capacitor was added in parallel across the output line, which successfully smoothed out the voltage fluctuations. Across ten consecutive switching cycles simulating various system alerts, the LED maintained a perfectly steady, bright visual output with zero failures, confirming a successful PASSED status.</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30917409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789263"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To ensure the long-term stability of the visual dashboard alerts under real riding conditions, the LED indicator circuit was run through a sequence of 10 consecutive switching trials. During the first 3 trials, the LED exhibited visible flickering and unstable brightness levels whenever the 800W motor was throttling, showing that high-frequency noise was leaking into the Arduino's digital output lines. Prior to trial 4, a \(0.1\,\mu\text{F}\) hardware capacitor was added to smooth the output line, working alongside the \(1\text{k}\Omega\) current-limiting resistor. Across the final 7 test cycles, the LED illumination stabilized completely, delivering a perfectly steady, repeatable visual output with zero flickering or communication drops.</a:t>
            </a:r>
          </a:p>
          <a:p>
            <a:pPr marL="0" indent="0">
              <a:buFont typeface="Arial" panose="020B0604020202020204" pitchFamily="34" charset="0"/>
              <a:buNone/>
            </a:pPr>
            <a:endParaRPr lang="en-NZ" dirty="0"/>
          </a:p>
          <a:p>
            <a:pPr marL="0" indent="0">
              <a:buNone/>
            </a:pPr>
            <a:endParaRPr lang="en-NZ" noProof="0" dirty="0"/>
          </a:p>
        </p:txBody>
      </p:sp>
    </p:spTree>
    <p:extLst>
      <p:ext uri="{BB962C8B-B14F-4D97-AF65-F5344CB8AC3E}">
        <p14:creationId xmlns:p14="http://schemas.microsoft.com/office/powerpoint/2010/main" val="329079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825625"/>
            <a:ext cx="3723968" cy="1325563"/>
          </a:xfrm>
        </p:spPr>
        <p:txBody>
          <a:bodyPr>
            <a:normAutofit/>
          </a:bodyPr>
          <a:lstStyle/>
          <a:p>
            <a:pPr marL="0" indent="0">
              <a:buNone/>
            </a:pPr>
            <a:r>
              <a:rPr lang="en-NZ" noProof="0" dirty="0"/>
              <a:t>Chosen</a:t>
            </a:r>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876867" y="1846467"/>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p:txBody>
      </p:sp>
    </p:spTree>
    <p:extLst>
      <p:ext uri="{BB962C8B-B14F-4D97-AF65-F5344CB8AC3E}">
        <p14:creationId xmlns:p14="http://schemas.microsoft.com/office/powerpoint/2010/main" val="34636448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a:bodyPr>
          <a:lstStyle/>
          <a:p>
            <a:pPr marL="0" indent="0">
              <a:buNone/>
            </a:pPr>
            <a:r>
              <a:rPr lang="en-NZ" noProof="0" dirty="0"/>
              <a:t>Explanation of component</a:t>
            </a:r>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log:</a:t>
            </a:r>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23806975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a:p>
            <a:pPr marL="0" indent="0">
              <a:buNone/>
            </a:pPr>
            <a:r>
              <a:rPr lang="en-US" dirty="0"/>
              <a:t>Analysis of the testing logs indicates that heavy current draw from the 800W motor creates massive magnetic fields that easily corrupt the delicate digital pulse trains generated by the flow meter's internal Hall switch. Relying on software corrections alone cannot filter out this real-time electrical noise. To guarantee long-term system reliability on the vehicle, two permanent hardware changes will be implemented: first</a:t>
            </a:r>
            <a:r>
              <a:rPr lang="en-US"/>
              <a:t>, a 0.1uf ceramic </a:t>
            </a:r>
            <a:r>
              <a:rPr lang="en-US" dirty="0"/>
              <a:t>filtering capacitor will be permanently soldered directly onto the interface circuit board to suppress high-frequency voltage spikes. Second, the sensor run will be rewired using braided, grounded shield cables to completely isolate the fluid tracking signals from the bike's main power lines.</a:t>
            </a:r>
          </a:p>
          <a:p>
            <a:pPr marL="0" indent="0">
              <a:buNone/>
            </a:pP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To verify the physical and electrical endurance of the volumetric tracking system under active riding conditions, the OF07ZAT sensor circuit was run through a sequence of 10 consecutive fluid-flow trials. During the first 3 trials, the system reported erratic volume jumps and unstable pulse counts whenever the nearby 800W motor was operated at high loads, proving that unshielded sensor lines were highly vulnerable to electromagnetic noise. Prior to trial 4, a 0.1uf hardware decoupling capacitor was installed across the signal line, and the sensor wiring layout was physically isolated from the high-voltage motor cables. Across the remaining 7 test cycles, the data stabilized completely, delivering a perfectly uniform, repeatable pulse train with zero missed gear rotations or false data drops.</a:t>
            </a:r>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testing here</a:t>
            </a:r>
          </a:p>
        </p:txBody>
      </p:sp>
    </p:spTree>
    <p:extLst>
      <p:ext uri="{BB962C8B-B14F-4D97-AF65-F5344CB8AC3E}">
        <p14:creationId xmlns:p14="http://schemas.microsoft.com/office/powerpoint/2010/main" val="2958982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on reliability and functionality of the system:</a:t>
            </a:r>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5483784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3393806545"/>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274290" y="6080458"/>
            <a:ext cx="11406432" cy="584775"/>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3787679186"/>
              </p:ext>
            </p:extLst>
          </p:nvPr>
        </p:nvGraphicFramePr>
        <p:xfrm>
          <a:off x="392784" y="1951294"/>
          <a:ext cx="11406432" cy="4059155"/>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a:t>
            </a:r>
            <a:r>
              <a:rPr lang="en-NZ" noProof="0"/>
              <a:t>after testing:</a:t>
            </a: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765</TotalTime>
  <Words>3059</Words>
  <Application>Microsoft Office PowerPoint</Application>
  <PresentationFormat>Widescreen</PresentationFormat>
  <Paragraphs>139</Paragraphs>
  <Slides>27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Aptos</vt:lpstr>
      <vt:lpstr>Aptos Display</vt:lpstr>
      <vt:lpstr>Arial</vt:lpstr>
      <vt:lpstr>Office Theme</vt:lpstr>
      <vt:lpstr>AS91904 Electronics Outcome</vt:lpstr>
      <vt:lpstr>Project Details</vt:lpstr>
      <vt:lpstr>Techniques used</vt:lpstr>
      <vt:lpstr>Relevant Implications</vt:lpstr>
      <vt:lpstr>Original Design</vt:lpstr>
      <vt:lpstr>Behaviour and function</vt:lpstr>
      <vt:lpstr>Explaining relevant communication protocols</vt:lpstr>
      <vt:lpstr>Iterated Design</vt:lpstr>
      <vt:lpstr>Components and Systems</vt:lpstr>
      <vt:lpstr>Choice of Component/System 1: controller</vt:lpstr>
      <vt:lpstr>Component/System 1</vt:lpstr>
      <vt:lpstr>Reliability Testing</vt:lpstr>
      <vt:lpstr>Choice of Component/System 2</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Heinrich Venter</cp:lastModifiedBy>
  <cp:revision>3</cp:revision>
  <dcterms:created xsi:type="dcterms:W3CDTF">2025-11-11T22:30:20Z</dcterms:created>
  <dcterms:modified xsi:type="dcterms:W3CDTF">2026-05-25T03:21:52Z</dcterms:modified>
</cp:coreProperties>
</file>