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280" r:id="rId14"/>
    <p:sldId id="288" r:id="rId15"/>
    <p:sldId id="289" r:id="rId16"/>
    <p:sldId id="290" r:id="rId17"/>
    <p:sldId id="291" r:id="rId18"/>
    <p:sldId id="292" r:id="rId19"/>
    <p:sldId id="293" r:id="rId20"/>
    <p:sldId id="294" r:id="rId21"/>
    <p:sldId id="295" r:id="rId22"/>
    <p:sldId id="296" r:id="rId23"/>
    <p:sldId id="282" r:id="rId24"/>
    <p:sldId id="277" r:id="rId25"/>
    <p:sldId id="265" r:id="rId26"/>
    <p:sldId id="266" r:id="rId27"/>
    <p:sldId id="278"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34" dt="2026-07-20T07:23:58.4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94660"/>
  </p:normalViewPr>
  <p:slideViewPr>
    <p:cSldViewPr snapToGrid="0">
      <p:cViewPr>
        <p:scale>
          <a:sx n="100" d="100"/>
          <a:sy n="100" d="100"/>
        </p:scale>
        <p:origin x="116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7-20T07:24:05.631" v="5641" actId="1076"/>
      <pc:docMkLst>
        <pc:docMk/>
      </pc:docMkLst>
      <pc:sldChg chg="modSp mod">
        <pc:chgData name="Heinrich Venter" userId="694de3c83518532c" providerId="LiveId" clId="{10CD68D7-CBE1-4750-A2D1-7DEE064E9363}" dt="2026-07-19T07:27:38.676" v="5319"/>
        <pc:sldMkLst>
          <pc:docMk/>
          <pc:sldMk cId="4293113589" sldId="257"/>
        </pc:sldMkLst>
        <pc:spChg chg="mod">
          <ac:chgData name="Heinrich Venter" userId="694de3c83518532c" providerId="LiveId" clId="{10CD68D7-CBE1-4750-A2D1-7DEE064E9363}" dt="2026-07-19T07:27:38.676" v="5319"/>
          <ac:spMkLst>
            <pc:docMk/>
            <pc:sldMk cId="4293113589" sldId="257"/>
            <ac:spMk id="3" creationId="{EB73A0B0-8C2E-99B2-DFB1-974EF0CDEB52}"/>
          </ac:spMkLst>
        </pc:spChg>
      </pc:sldChg>
      <pc:sldChg chg="modSp mod">
        <pc:chgData name="Heinrich Venter" userId="694de3c83518532c" providerId="LiveId" clId="{10CD68D7-CBE1-4750-A2D1-7DEE064E9363}" dt="2026-07-19T07:29:13.040" v="5325" actId="27636"/>
        <pc:sldMkLst>
          <pc:docMk/>
          <pc:sldMk cId="2407707907" sldId="258"/>
        </pc:sldMkLst>
        <pc:spChg chg="mod">
          <ac:chgData name="Heinrich Venter" userId="694de3c83518532c" providerId="LiveId" clId="{10CD68D7-CBE1-4750-A2D1-7DEE064E9363}" dt="2026-07-19T07:28:36.545" v="5321" actId="27636"/>
          <ac:spMkLst>
            <pc:docMk/>
            <pc:sldMk cId="2407707907" sldId="258"/>
            <ac:spMk id="3" creationId="{48517805-ABAD-9125-D5EB-9C37B582DC52}"/>
          </ac:spMkLst>
        </pc:spChg>
        <pc:spChg chg="mod">
          <ac:chgData name="Heinrich Venter" userId="694de3c83518532c" providerId="LiveId" clId="{10CD68D7-CBE1-4750-A2D1-7DEE064E9363}" dt="2026-07-19T07:29:13.040" v="5325" actId="27636"/>
          <ac:spMkLst>
            <pc:docMk/>
            <pc:sldMk cId="2407707907" sldId="258"/>
            <ac:spMk id="4" creationId="{6748CEDE-0DB3-164E-E438-A407CD2F953C}"/>
          </ac:spMkLst>
        </pc:spChg>
      </pc:sldChg>
      <pc:sldChg chg="addSp modSp mod">
        <pc:chgData name="Heinrich Venter" userId="694de3c83518532c" providerId="LiveId" clId="{10CD68D7-CBE1-4750-A2D1-7DEE064E9363}" dt="2026-07-20T06:50:51.461" v="5553"/>
        <pc:sldMkLst>
          <pc:docMk/>
          <pc:sldMk cId="1365950852" sldId="267"/>
        </pc:sldMkLst>
        <pc:spChg chg="mod">
          <ac:chgData name="Heinrich Venter" userId="694de3c83518532c" providerId="LiveId" clId="{10CD68D7-CBE1-4750-A2D1-7DEE064E9363}" dt="2026-07-20T06:50:50.479" v="5552" actId="20577"/>
          <ac:spMkLst>
            <pc:docMk/>
            <pc:sldMk cId="1365950852" sldId="267"/>
            <ac:spMk id="3" creationId="{DA45C6F8-39B2-B16D-3499-DEBD85A6474C}"/>
          </ac:spMkLst>
        </pc:spChg>
        <pc:picChg chg="add">
          <ac:chgData name="Heinrich Venter" userId="694de3c83518532c" providerId="LiveId" clId="{10CD68D7-CBE1-4750-A2D1-7DEE064E9363}" dt="2026-07-20T06:50:51.461" v="5553"/>
          <ac:picMkLst>
            <pc:docMk/>
            <pc:sldMk cId="1365950852" sldId="267"/>
            <ac:picMk id="4" creationId="{A1894E1A-8204-EA5E-8DAA-A29A51DA0F88}"/>
          </ac:picMkLst>
        </pc:picChg>
      </pc:sldChg>
      <pc:sldChg chg="addSp modSp mod">
        <pc:chgData name="Heinrich Venter" userId="694de3c83518532c" providerId="LiveId" clId="{10CD68D7-CBE1-4750-A2D1-7DEE064E9363}" dt="2026-07-20T07:11:50.138" v="5562" actId="14100"/>
        <pc:sldMkLst>
          <pc:docMk/>
          <pc:sldMk cId="974559019" sldId="268"/>
        </pc:sldMkLst>
        <pc:spChg chg="mod">
          <ac:chgData name="Heinrich Venter" userId="694de3c83518532c" providerId="LiveId" clId="{10CD68D7-CBE1-4750-A2D1-7DEE064E9363}" dt="2026-07-20T07:11:23.325" v="5558" actId="14100"/>
          <ac:spMkLst>
            <pc:docMk/>
            <pc:sldMk cId="974559019" sldId="268"/>
            <ac:spMk id="2" creationId="{03C556D0-C1D9-5C68-8845-C708DF5F31D1}"/>
          </ac:spMkLst>
        </pc:spChg>
        <pc:spChg chg="mod">
          <ac:chgData name="Heinrich Venter" userId="694de3c83518532c" providerId="LiveId" clId="{10CD68D7-CBE1-4750-A2D1-7DEE064E9363}" dt="2026-07-20T07:11:32.184" v="5560" actId="1076"/>
          <ac:spMkLst>
            <pc:docMk/>
            <pc:sldMk cId="974559019" sldId="268"/>
            <ac:spMk id="3" creationId="{4ECA3479-9DD9-B6D5-BE2D-ABCAF7C76293}"/>
          </ac:spMkLst>
        </pc:spChg>
        <pc:spChg chg="mod">
          <ac:chgData name="Heinrich Venter" userId="694de3c83518532c" providerId="LiveId" clId="{10CD68D7-CBE1-4750-A2D1-7DEE064E9363}" dt="2026-07-20T07:11:17.157" v="5557" actId="20577"/>
          <ac:spMkLst>
            <pc:docMk/>
            <pc:sldMk cId="974559019" sldId="268"/>
            <ac:spMk id="4" creationId="{0BDD2F55-C254-2B6C-E842-EDF49DD5A11C}"/>
          </ac:spMkLst>
        </pc:spChg>
        <pc:picChg chg="add mod">
          <ac:chgData name="Heinrich Venter" userId="694de3c83518532c" providerId="LiveId" clId="{10CD68D7-CBE1-4750-A2D1-7DEE064E9363}" dt="2026-07-20T07:11:50.138" v="5562" actId="14100"/>
          <ac:picMkLst>
            <pc:docMk/>
            <pc:sldMk cId="974559019" sldId="268"/>
            <ac:picMk id="5" creationId="{235B136F-957E-4C8A-29DC-2D7245FC85D9}"/>
          </ac:picMkLst>
        </pc:picChg>
      </pc:sldChg>
      <pc:sldChg chg="modSp mod">
        <pc:chgData name="Heinrich Venter" userId="694de3c83518532c" providerId="LiveId" clId="{10CD68D7-CBE1-4750-A2D1-7DEE064E9363}" dt="2026-07-19T07:32:11.473" v="5366" actId="115"/>
        <pc:sldMkLst>
          <pc:docMk/>
          <pc:sldMk cId="2961901457" sldId="269"/>
        </pc:sldMkLst>
        <pc:spChg chg="mod">
          <ac:chgData name="Heinrich Venter" userId="694de3c83518532c" providerId="LiveId" clId="{10CD68D7-CBE1-4750-A2D1-7DEE064E9363}" dt="2026-07-19T07:32:11.473" v="5366" actId="115"/>
          <ac:spMkLst>
            <pc:docMk/>
            <pc:sldMk cId="2961901457" sldId="269"/>
            <ac:spMk id="3" creationId="{A52EF0A1-3D21-8BB7-02F3-33253F2DFB43}"/>
          </ac:spMkLst>
        </pc:spChg>
      </pc:sldChg>
      <pc:sldChg chg="modSp mod">
        <pc:chgData name="Heinrich Venter" userId="694de3c83518532c" providerId="LiveId" clId="{10CD68D7-CBE1-4750-A2D1-7DEE064E9363}" dt="2026-07-19T07:49:15.322" v="5551" actId="20577"/>
        <pc:sldMkLst>
          <pc:docMk/>
          <pc:sldMk cId="3917241819" sldId="279"/>
        </pc:sldMkLst>
        <pc:spChg chg="mod">
          <ac:chgData name="Heinrich Venter" userId="694de3c83518532c" providerId="LiveId" clId="{10CD68D7-CBE1-4750-A2D1-7DEE064E9363}" dt="2026-07-19T07:49:15.322" v="5551" actId="20577"/>
          <ac:spMkLst>
            <pc:docMk/>
            <pc:sldMk cId="3917241819" sldId="279"/>
            <ac:spMk id="3" creationId="{109C2FE0-6991-DDAF-C4F7-B3415EC34474}"/>
          </ac:spMkLst>
        </pc:spChg>
      </pc:sldChg>
      <pc:sldChg chg="modSp mod">
        <pc:chgData name="Heinrich Venter" userId="694de3c83518532c" providerId="LiveId" clId="{10CD68D7-CBE1-4750-A2D1-7DEE064E9363}" dt="2026-07-19T07:36:17.581" v="5424" actId="20577"/>
        <pc:sldMkLst>
          <pc:docMk/>
          <pc:sldMk cId="4103162250" sldId="285"/>
        </pc:sldMkLst>
        <pc:spChg chg="mod">
          <ac:chgData name="Heinrich Venter" userId="694de3c83518532c" providerId="LiveId" clId="{10CD68D7-CBE1-4750-A2D1-7DEE064E9363}" dt="2026-07-19T07:35:49.169" v="5413"/>
          <ac:spMkLst>
            <pc:docMk/>
            <pc:sldMk cId="4103162250" sldId="285"/>
            <ac:spMk id="3" creationId="{A52EF0A1-3D21-8BB7-02F3-33253F2DFB43}"/>
          </ac:spMkLst>
        </pc:spChg>
        <pc:spChg chg="mod">
          <ac:chgData name="Heinrich Venter" userId="694de3c83518532c" providerId="LiveId" clId="{10CD68D7-CBE1-4750-A2D1-7DEE064E9363}" dt="2026-07-19T07:36:17.581" v="5424" actId="20577"/>
          <ac:spMkLst>
            <pc:docMk/>
            <pc:sldMk cId="4103162250" sldId="285"/>
            <ac:spMk id="4" creationId="{733B3A00-9BAD-4EED-A5B0-1F15087135FA}"/>
          </ac:spMkLst>
        </pc:spChg>
      </pc:sldChg>
      <pc:sldChg chg="addSp modSp mod">
        <pc:chgData name="Heinrich Venter" userId="694de3c83518532c" providerId="LiveId" clId="{10CD68D7-CBE1-4750-A2D1-7DEE064E9363}" dt="2026-07-20T07:15:24.675" v="5591" actId="14100"/>
        <pc:sldMkLst>
          <pc:docMk/>
          <pc:sldMk cId="4188302786" sldId="287"/>
        </pc:sldMkLst>
        <pc:spChg chg="mod">
          <ac:chgData name="Heinrich Venter" userId="694de3c83518532c" providerId="LiveId" clId="{10CD68D7-CBE1-4750-A2D1-7DEE064E9363}" dt="2026-07-20T07:13:41.191" v="5572" actId="14100"/>
          <ac:spMkLst>
            <pc:docMk/>
            <pc:sldMk cId="4188302786" sldId="287"/>
            <ac:spMk id="2" creationId="{5AD3A040-4DF6-3A52-2828-494419344D41}"/>
          </ac:spMkLst>
        </pc:spChg>
        <pc:spChg chg="mod">
          <ac:chgData name="Heinrich Venter" userId="694de3c83518532c" providerId="LiveId" clId="{10CD68D7-CBE1-4750-A2D1-7DEE064E9363}" dt="2026-07-20T07:13:47.977" v="5573" actId="1076"/>
          <ac:spMkLst>
            <pc:docMk/>
            <pc:sldMk cId="4188302786" sldId="287"/>
            <ac:spMk id="8" creationId="{DFB8CE4C-97AF-7F3E-9CAC-E06101B7E86D}"/>
          </ac:spMkLst>
        </pc:spChg>
        <pc:spChg chg="mod">
          <ac:chgData name="Heinrich Venter" userId="694de3c83518532c" providerId="LiveId" clId="{10CD68D7-CBE1-4750-A2D1-7DEE064E9363}" dt="2026-07-20T07:14:25.129" v="5577" actId="20577"/>
          <ac:spMkLst>
            <pc:docMk/>
            <pc:sldMk cId="4188302786" sldId="287"/>
            <ac:spMk id="9" creationId="{0A4F4AF7-5E5A-2D76-3F73-6A09F3F31537}"/>
          </ac:spMkLst>
        </pc:spChg>
        <pc:spChg chg="mod">
          <ac:chgData name="Heinrich Venter" userId="694de3c83518532c" providerId="LiveId" clId="{10CD68D7-CBE1-4750-A2D1-7DEE064E9363}" dt="2026-07-20T07:15:08.417" v="5586" actId="27636"/>
          <ac:spMkLst>
            <pc:docMk/>
            <pc:sldMk cId="4188302786" sldId="287"/>
            <ac:spMk id="10" creationId="{841EBE6D-B5D0-4C30-C32E-F3AA1F02B8FD}"/>
          </ac:spMkLst>
        </pc:spChg>
        <pc:picChg chg="add mod">
          <ac:chgData name="Heinrich Venter" userId="694de3c83518532c" providerId="LiveId" clId="{10CD68D7-CBE1-4750-A2D1-7DEE064E9363}" dt="2026-07-20T07:13:18.661" v="5566" actId="14100"/>
          <ac:picMkLst>
            <pc:docMk/>
            <pc:sldMk cId="4188302786" sldId="287"/>
            <ac:picMk id="3" creationId="{B891D3A8-164C-6F14-3174-7260DD50756C}"/>
          </ac:picMkLst>
        </pc:picChg>
        <pc:picChg chg="add mod">
          <ac:chgData name="Heinrich Venter" userId="694de3c83518532c" providerId="LiveId" clId="{10CD68D7-CBE1-4750-A2D1-7DEE064E9363}" dt="2026-07-20T07:14:02.272" v="5576" actId="14100"/>
          <ac:picMkLst>
            <pc:docMk/>
            <pc:sldMk cId="4188302786" sldId="287"/>
            <ac:picMk id="4" creationId="{DB5BC4F3-C531-1D3F-2F74-03D6ADDD369B}"/>
          </ac:picMkLst>
        </pc:picChg>
        <pc:picChg chg="add mod">
          <ac:chgData name="Heinrich Venter" userId="694de3c83518532c" providerId="LiveId" clId="{10CD68D7-CBE1-4750-A2D1-7DEE064E9363}" dt="2026-07-20T07:14:40.012" v="5584" actId="14100"/>
          <ac:picMkLst>
            <pc:docMk/>
            <pc:sldMk cId="4188302786" sldId="287"/>
            <ac:picMk id="6" creationId="{0738B815-EC1C-C22B-E05D-CE494F7F36C9}"/>
          </ac:picMkLst>
        </pc:picChg>
        <pc:picChg chg="add mod">
          <ac:chgData name="Heinrich Venter" userId="694de3c83518532c" providerId="LiveId" clId="{10CD68D7-CBE1-4750-A2D1-7DEE064E9363}" dt="2026-07-20T07:15:24.675" v="5591" actId="14100"/>
          <ac:picMkLst>
            <pc:docMk/>
            <pc:sldMk cId="4188302786" sldId="287"/>
            <ac:picMk id="7" creationId="{A3CFC61C-74CA-3081-5974-868F80B6B667}"/>
          </ac:picMkLst>
        </pc:picChg>
      </pc:sldChg>
      <pc:sldChg chg="addSp modSp mod">
        <pc:chgData name="Heinrich Venter" userId="694de3c83518532c" providerId="LiveId" clId="{10CD68D7-CBE1-4750-A2D1-7DEE064E9363}" dt="2026-07-20T07:18:11.249" v="5610" actId="1076"/>
        <pc:sldMkLst>
          <pc:docMk/>
          <pc:sldMk cId="2953175661" sldId="288"/>
        </pc:sldMkLst>
        <pc:spChg chg="mod">
          <ac:chgData name="Heinrich Venter" userId="694de3c83518532c" providerId="LiveId" clId="{10CD68D7-CBE1-4750-A2D1-7DEE064E9363}" dt="2026-07-20T07:16:33.231" v="5597" actId="1076"/>
          <ac:spMkLst>
            <pc:docMk/>
            <pc:sldMk cId="2953175661" sldId="288"/>
            <ac:spMk id="2" creationId="{5AD3A040-4DF6-3A52-2828-494419344D41}"/>
          </ac:spMkLst>
        </pc:spChg>
        <pc:spChg chg="mod">
          <ac:chgData name="Heinrich Venter" userId="694de3c83518532c" providerId="LiveId" clId="{10CD68D7-CBE1-4750-A2D1-7DEE064E9363}" dt="2026-07-19T07:40:02.005" v="5433" actId="27636"/>
          <ac:spMkLst>
            <pc:docMk/>
            <pc:sldMk cId="2953175661" sldId="288"/>
            <ac:spMk id="5" creationId="{208AF426-607B-1936-143C-7541AD8896ED}"/>
          </ac:spMkLst>
        </pc:spChg>
        <pc:spChg chg="mod">
          <ac:chgData name="Heinrich Venter" userId="694de3c83518532c" providerId="LiveId" clId="{10CD68D7-CBE1-4750-A2D1-7DEE064E9363}" dt="2026-07-20T07:16:38.272" v="5598" actId="1076"/>
          <ac:spMkLst>
            <pc:docMk/>
            <pc:sldMk cId="2953175661" sldId="288"/>
            <ac:spMk id="8" creationId="{DFB8CE4C-97AF-7F3E-9CAC-E06101B7E86D}"/>
          </ac:spMkLst>
        </pc:spChg>
        <pc:spChg chg="mod">
          <ac:chgData name="Heinrich Venter" userId="694de3c83518532c" providerId="LiveId" clId="{10CD68D7-CBE1-4750-A2D1-7DEE064E9363}" dt="2026-07-20T07:17:19.652" v="5602" actId="20577"/>
          <ac:spMkLst>
            <pc:docMk/>
            <pc:sldMk cId="2953175661" sldId="288"/>
            <ac:spMk id="9" creationId="{0A4F4AF7-5E5A-2D76-3F73-6A09F3F31537}"/>
          </ac:spMkLst>
        </pc:spChg>
        <pc:spChg chg="mod">
          <ac:chgData name="Heinrich Venter" userId="694de3c83518532c" providerId="LiveId" clId="{10CD68D7-CBE1-4750-A2D1-7DEE064E9363}" dt="2026-07-20T07:17:51.535" v="5607" actId="27636"/>
          <ac:spMkLst>
            <pc:docMk/>
            <pc:sldMk cId="2953175661" sldId="288"/>
            <ac:spMk id="10" creationId="{841EBE6D-B5D0-4C30-C32E-F3AA1F02B8FD}"/>
          </ac:spMkLst>
        </pc:spChg>
        <pc:picChg chg="add mod">
          <ac:chgData name="Heinrich Venter" userId="694de3c83518532c" providerId="LiveId" clId="{10CD68D7-CBE1-4750-A2D1-7DEE064E9363}" dt="2026-07-20T07:17:03.352" v="5601" actId="1076"/>
          <ac:picMkLst>
            <pc:docMk/>
            <pc:sldMk cId="2953175661" sldId="288"/>
            <ac:picMk id="3" creationId="{F5E4ECB3-7C85-9278-8865-913F5712CD83}"/>
          </ac:picMkLst>
        </pc:picChg>
        <pc:picChg chg="add mod">
          <ac:chgData name="Heinrich Venter" userId="694de3c83518532c" providerId="LiveId" clId="{10CD68D7-CBE1-4750-A2D1-7DEE064E9363}" dt="2026-07-20T07:17:34.274" v="5605" actId="1076"/>
          <ac:picMkLst>
            <pc:docMk/>
            <pc:sldMk cId="2953175661" sldId="288"/>
            <ac:picMk id="4" creationId="{32BBFE84-3B48-9181-4D61-41F2CE571F1A}"/>
          </ac:picMkLst>
        </pc:picChg>
        <pc:picChg chg="add mod">
          <ac:chgData name="Heinrich Venter" userId="694de3c83518532c" providerId="LiveId" clId="{10CD68D7-CBE1-4750-A2D1-7DEE064E9363}" dt="2026-07-20T07:18:11.249" v="5610" actId="1076"/>
          <ac:picMkLst>
            <pc:docMk/>
            <pc:sldMk cId="2953175661" sldId="288"/>
            <ac:picMk id="6" creationId="{41234967-307F-BDE8-49C4-83E454CBA3FC}"/>
          </ac:picMkLst>
        </pc:picChg>
      </pc:sldChg>
      <pc:sldChg chg="addSp modSp mod">
        <pc:chgData name="Heinrich Venter" userId="694de3c83518532c" providerId="LiveId" clId="{10CD68D7-CBE1-4750-A2D1-7DEE064E9363}" dt="2026-07-20T07:18:55.754" v="5615" actId="1076"/>
        <pc:sldMkLst>
          <pc:docMk/>
          <pc:sldMk cId="708745857" sldId="289"/>
        </pc:sldMkLst>
        <pc:spChg chg="mod">
          <ac:chgData name="Heinrich Venter" userId="694de3c83518532c" providerId="LiveId" clId="{10CD68D7-CBE1-4750-A2D1-7DEE064E9363}" dt="2026-07-19T07:49:07.086" v="5541" actId="20577"/>
          <ac:spMkLst>
            <pc:docMk/>
            <pc:sldMk cId="708745857" sldId="289"/>
            <ac:spMk id="3" creationId="{109C2FE0-6991-DDAF-C4F7-B3415EC34474}"/>
          </ac:spMkLst>
        </pc:spChg>
        <pc:spChg chg="mod">
          <ac:chgData name="Heinrich Venter" userId="694de3c83518532c" providerId="LiveId" clId="{10CD68D7-CBE1-4750-A2D1-7DEE064E9363}" dt="2026-07-20T07:18:42.029" v="5612" actId="20577"/>
          <ac:spMkLst>
            <pc:docMk/>
            <pc:sldMk cId="708745857" sldId="289"/>
            <ac:spMk id="4" creationId="{48BF1EF6-F8B8-8CF4-9169-05F15F67B902}"/>
          </ac:spMkLst>
        </pc:spChg>
        <pc:spChg chg="mod">
          <ac:chgData name="Heinrich Venter" userId="694de3c83518532c" providerId="LiveId" clId="{10CD68D7-CBE1-4750-A2D1-7DEE064E9363}" dt="2026-07-19T07:42:05.561" v="5447" actId="113"/>
          <ac:spMkLst>
            <pc:docMk/>
            <pc:sldMk cId="708745857" sldId="289"/>
            <ac:spMk id="5" creationId="{F10EB81D-A986-42AD-847E-FF3A1F656CEB}"/>
          </ac:spMkLst>
        </pc:spChg>
        <pc:picChg chg="add mod">
          <ac:chgData name="Heinrich Venter" userId="694de3c83518532c" providerId="LiveId" clId="{10CD68D7-CBE1-4750-A2D1-7DEE064E9363}" dt="2026-07-20T07:18:55.754" v="5615" actId="1076"/>
          <ac:picMkLst>
            <pc:docMk/>
            <pc:sldMk cId="708745857" sldId="289"/>
            <ac:picMk id="6" creationId="{AF91522F-8864-87D1-BC0D-289AA19074B0}"/>
          </ac:picMkLst>
        </pc:picChg>
      </pc:sldChg>
      <pc:sldChg chg="modSp mod">
        <pc:chgData name="Heinrich Venter" userId="694de3c83518532c" providerId="LiveId" clId="{10CD68D7-CBE1-4750-A2D1-7DEE064E9363}" dt="2026-07-19T07:43:17.308" v="5453" actId="5793"/>
        <pc:sldMkLst>
          <pc:docMk/>
          <pc:sldMk cId="1027777261" sldId="290"/>
        </pc:sldMkLst>
        <pc:spChg chg="mod">
          <ac:chgData name="Heinrich Venter" userId="694de3c83518532c" providerId="LiveId" clId="{10CD68D7-CBE1-4750-A2D1-7DEE064E9363}" dt="2026-07-19T07:43:17.308" v="5453" actId="5793"/>
          <ac:spMkLst>
            <pc:docMk/>
            <pc:sldMk cId="1027777261" sldId="290"/>
            <ac:spMk id="5" creationId="{50C57F65-7853-E45D-CA58-31BCC9DE7B02}"/>
          </ac:spMkLst>
        </pc:spChg>
        <pc:spChg chg="mod">
          <ac:chgData name="Heinrich Venter" userId="694de3c83518532c" providerId="LiveId" clId="{10CD68D7-CBE1-4750-A2D1-7DEE064E9363}" dt="2026-07-19T07:42:53.567" v="5450" actId="5793"/>
          <ac:spMkLst>
            <pc:docMk/>
            <pc:sldMk cId="1027777261" sldId="290"/>
            <ac:spMk id="11" creationId="{E3D936A8-CA08-48BB-AA98-F3A8B43B31CF}"/>
          </ac:spMkLst>
        </pc:spChg>
      </pc:sldChg>
      <pc:sldChg chg="addSp modSp mod">
        <pc:chgData name="Heinrich Venter" userId="694de3c83518532c" providerId="LiveId" clId="{10CD68D7-CBE1-4750-A2D1-7DEE064E9363}" dt="2026-07-20T07:23:53.512" v="5638" actId="1076"/>
        <pc:sldMkLst>
          <pc:docMk/>
          <pc:sldMk cId="733961800" sldId="291"/>
        </pc:sldMkLst>
        <pc:spChg chg="mod">
          <ac:chgData name="Heinrich Venter" userId="694de3c83518532c" providerId="LiveId" clId="{10CD68D7-CBE1-4750-A2D1-7DEE064E9363}" dt="2026-07-20T07:20:03.508" v="5620" actId="27636"/>
          <ac:spMkLst>
            <pc:docMk/>
            <pc:sldMk cId="733961800" sldId="291"/>
            <ac:spMk id="2" creationId="{5AD3A040-4DF6-3A52-2828-494419344D41}"/>
          </ac:spMkLst>
        </pc:spChg>
        <pc:spChg chg="mod">
          <ac:chgData name="Heinrich Venter" userId="694de3c83518532c" providerId="LiveId" clId="{10CD68D7-CBE1-4750-A2D1-7DEE064E9363}" dt="2026-07-19T07:43:50.635" v="5455" actId="27636"/>
          <ac:spMkLst>
            <pc:docMk/>
            <pc:sldMk cId="733961800" sldId="291"/>
            <ac:spMk id="5" creationId="{208AF426-607B-1936-143C-7541AD8896ED}"/>
          </ac:spMkLst>
        </pc:spChg>
        <pc:spChg chg="mod">
          <ac:chgData name="Heinrich Venter" userId="694de3c83518532c" providerId="LiveId" clId="{10CD68D7-CBE1-4750-A2D1-7DEE064E9363}" dt="2026-07-20T07:23:35.589" v="5633" actId="20577"/>
          <ac:spMkLst>
            <pc:docMk/>
            <pc:sldMk cId="733961800" sldId="291"/>
            <ac:spMk id="8" creationId="{DFB8CE4C-97AF-7F3E-9CAC-E06101B7E86D}"/>
          </ac:spMkLst>
        </pc:spChg>
        <pc:spChg chg="mod">
          <ac:chgData name="Heinrich Venter" userId="694de3c83518532c" providerId="LiveId" clId="{10CD68D7-CBE1-4750-A2D1-7DEE064E9363}" dt="2026-07-20T07:20:15.750" v="5623" actId="1076"/>
          <ac:spMkLst>
            <pc:docMk/>
            <pc:sldMk cId="733961800" sldId="291"/>
            <ac:spMk id="9" creationId="{0A4F4AF7-5E5A-2D76-3F73-6A09F3F31537}"/>
          </ac:spMkLst>
        </pc:spChg>
        <pc:spChg chg="mod">
          <ac:chgData name="Heinrich Venter" userId="694de3c83518532c" providerId="LiveId" clId="{10CD68D7-CBE1-4750-A2D1-7DEE064E9363}" dt="2026-07-20T07:20:19.994" v="5624" actId="1076"/>
          <ac:spMkLst>
            <pc:docMk/>
            <pc:sldMk cId="733961800" sldId="291"/>
            <ac:spMk id="10" creationId="{841EBE6D-B5D0-4C30-C32E-F3AA1F02B8FD}"/>
          </ac:spMkLst>
        </pc:spChg>
        <pc:picChg chg="add mod">
          <ac:chgData name="Heinrich Venter" userId="694de3c83518532c" providerId="LiveId" clId="{10CD68D7-CBE1-4750-A2D1-7DEE064E9363}" dt="2026-07-20T07:20:32.495" v="5628" actId="1076"/>
          <ac:picMkLst>
            <pc:docMk/>
            <pc:sldMk cId="733961800" sldId="291"/>
            <ac:picMk id="3" creationId="{C7DC566A-00BF-C675-E80B-21DAE4679518}"/>
          </ac:picMkLst>
        </pc:picChg>
        <pc:picChg chg="add mod">
          <ac:chgData name="Heinrich Venter" userId="694de3c83518532c" providerId="LiveId" clId="{10CD68D7-CBE1-4750-A2D1-7DEE064E9363}" dt="2026-07-20T07:21:49.965" v="5632" actId="1076"/>
          <ac:picMkLst>
            <pc:docMk/>
            <pc:sldMk cId="733961800" sldId="291"/>
            <ac:picMk id="4" creationId="{96A3E7AE-22C5-3A9F-33D9-180F39A1BEC6}"/>
          </ac:picMkLst>
        </pc:picChg>
        <pc:picChg chg="add mod">
          <ac:chgData name="Heinrich Venter" userId="694de3c83518532c" providerId="LiveId" clId="{10CD68D7-CBE1-4750-A2D1-7DEE064E9363}" dt="2026-07-20T07:23:53.512" v="5638" actId="1076"/>
          <ac:picMkLst>
            <pc:docMk/>
            <pc:sldMk cId="733961800" sldId="291"/>
            <ac:picMk id="6" creationId="{7921DD65-1C86-BCAC-CD5C-B1807C14F56F}"/>
          </ac:picMkLst>
        </pc:picChg>
      </pc:sldChg>
      <pc:sldChg chg="addSp modSp mod">
        <pc:chgData name="Heinrich Venter" userId="694de3c83518532c" providerId="LiveId" clId="{10CD68D7-CBE1-4750-A2D1-7DEE064E9363}" dt="2026-07-20T07:24:05.631" v="5641" actId="1076"/>
        <pc:sldMkLst>
          <pc:docMk/>
          <pc:sldMk cId="3091740916" sldId="292"/>
        </pc:sldMkLst>
        <pc:spChg chg="mod">
          <ac:chgData name="Heinrich Venter" userId="694de3c83518532c" providerId="LiveId" clId="{10CD68D7-CBE1-4750-A2D1-7DEE064E9363}" dt="2026-07-19T07:48:47.637" v="5509" actId="20577"/>
          <ac:spMkLst>
            <pc:docMk/>
            <pc:sldMk cId="3091740916" sldId="292"/>
            <ac:spMk id="3" creationId="{109C2FE0-6991-DDAF-C4F7-B3415EC34474}"/>
          </ac:spMkLst>
        </pc:spChg>
        <pc:spChg chg="mod">
          <ac:chgData name="Heinrich Venter" userId="694de3c83518532c" providerId="LiveId" clId="{10CD68D7-CBE1-4750-A2D1-7DEE064E9363}" dt="2026-07-19T07:45:04.755" v="5460" actId="113"/>
          <ac:spMkLst>
            <pc:docMk/>
            <pc:sldMk cId="3091740916" sldId="292"/>
            <ac:spMk id="5" creationId="{F10EB81D-A986-42AD-847E-FF3A1F656CEB}"/>
          </ac:spMkLst>
        </pc:spChg>
        <pc:picChg chg="add mod">
          <ac:chgData name="Heinrich Venter" userId="694de3c83518532c" providerId="LiveId" clId="{10CD68D7-CBE1-4750-A2D1-7DEE064E9363}" dt="2026-07-20T07:24:05.631" v="5641" actId="1076"/>
          <ac:picMkLst>
            <pc:docMk/>
            <pc:sldMk cId="3091740916" sldId="292"/>
            <ac:picMk id="6" creationId="{1BE5260C-2BED-F6A7-900A-5CDFD9DE5058}"/>
          </ac:picMkLst>
        </pc:picChg>
      </pc:sldChg>
      <pc:sldChg chg="modSp mod">
        <pc:chgData name="Heinrich Venter" userId="694de3c83518532c" providerId="LiveId" clId="{10CD68D7-CBE1-4750-A2D1-7DEE064E9363}" dt="2026-07-19T07:45:38.419" v="5463" actId="113"/>
        <pc:sldMkLst>
          <pc:docMk/>
          <pc:sldMk cId="3290795109" sldId="293"/>
        </pc:sldMkLst>
        <pc:spChg chg="mod">
          <ac:chgData name="Heinrich Venter" userId="694de3c83518532c" providerId="LiveId" clId="{10CD68D7-CBE1-4750-A2D1-7DEE064E9363}" dt="2026-07-19T07:45:38.419" v="5463" actId="113"/>
          <ac:spMkLst>
            <pc:docMk/>
            <pc:sldMk cId="3290795109" sldId="293"/>
            <ac:spMk id="11" creationId="{E3D936A8-CA08-48BB-AA98-F3A8B43B31CF}"/>
          </ac:spMkLst>
        </pc:spChg>
      </pc:sldChg>
      <pc:sldChg chg="modSp mod">
        <pc:chgData name="Heinrich Venter" userId="694de3c83518532c" providerId="LiveId" clId="{10CD68D7-CBE1-4750-A2D1-7DEE064E9363}" dt="2026-07-19T07:48:24.589" v="5499" actId="20577"/>
        <pc:sldMkLst>
          <pc:docMk/>
          <pc:sldMk cId="2380697536" sldId="295"/>
        </pc:sldMkLst>
        <pc:spChg chg="mod">
          <ac:chgData name="Heinrich Venter" userId="694de3c83518532c" providerId="LiveId" clId="{10CD68D7-CBE1-4750-A2D1-7DEE064E9363}" dt="2026-07-19T07:48:24.589" v="5499" actId="20577"/>
          <ac:spMkLst>
            <pc:docMk/>
            <pc:sldMk cId="2380697536" sldId="295"/>
            <ac:spMk id="3" creationId="{109C2FE0-6991-DDAF-C4F7-B3415EC34474}"/>
          </ac:spMkLst>
        </pc:spChg>
        <pc:spChg chg="mod">
          <ac:chgData name="Heinrich Venter" userId="694de3c83518532c" providerId="LiveId" clId="{10CD68D7-CBE1-4750-A2D1-7DEE064E9363}" dt="2026-07-19T07:46:26.812" v="5468" actId="113"/>
          <ac:spMkLst>
            <pc:docMk/>
            <pc:sldMk cId="2380697536" sldId="295"/>
            <ac:spMk id="5" creationId="{F10EB81D-A986-42AD-847E-FF3A1F656CEB}"/>
          </ac:spMkLst>
        </pc:spChg>
      </pc:sldChg>
      <pc:sldChg chg="modSp mod">
        <pc:chgData name="Heinrich Venter" userId="694de3c83518532c" providerId="LiveId" clId="{10CD68D7-CBE1-4750-A2D1-7DEE064E9363}" dt="2026-07-19T07:47:24.773" v="5471" actId="113"/>
        <pc:sldMkLst>
          <pc:docMk/>
          <pc:sldMk cId="1324961155" sldId="296"/>
        </pc:sldMkLst>
        <pc:spChg chg="mod">
          <ac:chgData name="Heinrich Venter" userId="694de3c83518532c" providerId="LiveId" clId="{10CD68D7-CBE1-4750-A2D1-7DEE064E9363}" dt="2026-07-19T07:47:24.773" v="5471" actId="113"/>
          <ac:spMkLst>
            <pc:docMk/>
            <pc:sldMk cId="1324961155" sldId="296"/>
            <ac:spMk id="5" creationId="{50C57F65-7853-E45D-CA58-31BCC9DE7B02}"/>
          </ac:spMkLst>
        </pc:spChg>
      </pc:sldChg>
      <pc:sldChg chg="delSp modSp add mod">
        <pc:chgData name="Heinrich Venter" userId="694de3c83518532c" providerId="LiveId" clId="{10CD68D7-CBE1-4750-A2D1-7DEE064E9363}" dt="2026-07-19T07:33:22.639" v="5412" actId="27636"/>
        <pc:sldMkLst>
          <pc:docMk/>
          <pc:sldMk cId="2786755706" sldId="297"/>
        </pc:sldMkLst>
        <pc:spChg chg="del mod">
          <ac:chgData name="Heinrich Venter" userId="694de3c83518532c" providerId="LiveId" clId="{10CD68D7-CBE1-4750-A2D1-7DEE064E9363}" dt="2026-07-19T07:29:56.896" v="5334" actId="478"/>
          <ac:spMkLst>
            <pc:docMk/>
            <pc:sldMk cId="2786755706" sldId="297"/>
            <ac:spMk id="2" creationId="{94DDEAAA-AF49-3DC7-1377-01361DDFF102}"/>
          </ac:spMkLst>
        </pc:spChg>
        <pc:spChg chg="mod">
          <ac:chgData name="Heinrich Venter" userId="694de3c83518532c" providerId="LiveId" clId="{10CD68D7-CBE1-4750-A2D1-7DEE064E9363}" dt="2026-07-19T07:33:22.639" v="5412" actId="27636"/>
          <ac:spMkLst>
            <pc:docMk/>
            <pc:sldMk cId="2786755706" sldId="297"/>
            <ac:spMk id="3" creationId="{5ACC3126-8DD8-8C54-83C8-B51AC26F67BA}"/>
          </ac:spMkLst>
        </pc:sp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20/07/2026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20/07/2026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9.jpeg"/><Relationship Id="rId4"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Arduino Uno R4 </a:t>
            </a:r>
            <a:r>
              <a:rPr lang="en-NZ" dirty="0" err="1"/>
              <a:t>WiFi</a:t>
            </a:r>
            <a:r>
              <a:rPr lang="en-NZ" dirty="0"/>
              <a:t>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Arduino Uno R4 </a:t>
            </a:r>
            <a:r>
              <a:rPr lang="en-NZ" dirty="0" err="1"/>
              <a:t>WiFi</a:t>
            </a:r>
            <a:r>
              <a:rPr lang="en-NZ" dirty="0"/>
              <a:t>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endParaRPr lang="en-NZ" noProof="0" dirty="0"/>
          </a:p>
        </p:txBody>
      </p:sp>
      <p:pic>
        <p:nvPicPr>
          <p:cNvPr id="4" name="Picture 3">
            <a:extLst>
              <a:ext uri="{FF2B5EF4-FFF2-40B4-BE49-F238E27FC236}">
                <a16:creationId xmlns:a16="http://schemas.microsoft.com/office/drawing/2014/main" id="{A1894E1A-8204-EA5E-8DAA-A29A51DA0F88}"/>
              </a:ext>
            </a:extLst>
          </p:cNvPr>
          <p:cNvPicPr>
            <a:picLocks noChangeAspect="1"/>
          </p:cNvPicPr>
          <p:nvPr/>
        </p:nvPicPr>
        <p:blipFill>
          <a:blip r:embed="rId2"/>
          <a:stretch>
            <a:fillRect/>
          </a:stretch>
        </p:blipFill>
        <p:spPr>
          <a:xfrm>
            <a:off x="952500" y="0"/>
            <a:ext cx="10287000" cy="6858000"/>
          </a:xfrm>
          <a:prstGeom prst="rect">
            <a:avLst/>
          </a:prstGeom>
        </p:spPr>
      </p:pic>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Battery and Fuel Monitoring</a:t>
            </a:r>
          </a:p>
          <a:p>
            <a:pPr marL="0" indent="0">
              <a:buNone/>
            </a:pPr>
            <a:r>
              <a:rPr lang="en-NZ" sz="1900" dirty="0"/>
              <a:t>A resistor and capacitor voltage divider circuit measures battery voltage and sends a readable signal to the Arduino. </a:t>
            </a:r>
          </a:p>
          <a:p>
            <a:pPr marL="0" indent="0">
              <a:buNone/>
            </a:pPr>
            <a:r>
              <a:rPr lang="en-NZ" sz="1900" dirty="0"/>
              <a:t>A fuel flow sensor detects fuel movement through the fuel line, allowing the system to estimate fuel availability.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Arduino Uno R4 </a:t>
            </a:r>
            <a:r>
              <a:rPr lang="en-NZ" sz="1800" dirty="0" err="1"/>
              <a:t>WiFi</a:t>
            </a:r>
            <a:r>
              <a:rPr lang="en-NZ" sz="1800" dirty="0"/>
              <a:t> 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pic>
        <p:nvPicPr>
          <p:cNvPr id="5" name="Picture 4">
            <a:extLst>
              <a:ext uri="{FF2B5EF4-FFF2-40B4-BE49-F238E27FC236}">
                <a16:creationId xmlns:a16="http://schemas.microsoft.com/office/drawing/2014/main" id="{235B136F-957E-4C8A-29DC-2D7245FC85D9}"/>
              </a:ext>
            </a:extLst>
          </p:cNvPr>
          <p:cNvPicPr>
            <a:picLocks noChangeAspect="1"/>
          </p:cNvPicPr>
          <p:nvPr/>
        </p:nvPicPr>
        <p:blipFill>
          <a:blip r:embed="rId2"/>
          <a:stretch>
            <a:fillRect/>
          </a:stretch>
        </p:blipFill>
        <p:spPr>
          <a:xfrm>
            <a:off x="838200" y="1760346"/>
            <a:ext cx="7098792" cy="4732528"/>
          </a:xfrm>
          <a:prstGeom prst="rect">
            <a:avLst/>
          </a:prstGeom>
        </p:spPr>
      </p:pic>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err="1"/>
              <a:t>Ardunio</a:t>
            </a:r>
            <a:r>
              <a:rPr lang="en-NZ" dirty="0"/>
              <a:t> R4</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838201" y="1983915"/>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4234015" y="198391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a:t>
            </a:r>
            <a:r>
              <a:rPr lang="en-NZ" noProof="0"/>
              <a:t>of component-brain</a:t>
            </a:r>
            <a:endParaRPr lang="en-NZ" noProof="0" dirty="0"/>
          </a:p>
          <a:p>
            <a:pPr marL="0" indent="0">
              <a:buNone/>
            </a:pPr>
            <a:r>
              <a:rPr lang="en-NZ" dirty="0"/>
              <a:t>The Arduino Uno R4 </a:t>
            </a:r>
            <a:r>
              <a:rPr lang="en-NZ" dirty="0" err="1"/>
              <a:t>WiFi</a:t>
            </a:r>
            <a:r>
              <a:rPr lang="en-NZ" dirty="0"/>
              <a:t> is the main microcontroller used in my project. It uses a 32-bit processor, which gives it more processing power compared to older Arduino boards, and it also includes built-in </a:t>
            </a:r>
            <a:r>
              <a:rPr lang="en-NZ" dirty="0" err="1"/>
              <a:t>WiFi</a:t>
            </a:r>
            <a:r>
              <a:rPr lang="en-NZ" dirty="0"/>
              <a:t> and Bluetooth capabilities. I chose this board because it has enough processing power to handle multiple sensors, control systems, and communication with the dashboard while still keeping the simple Arduino layout and 5V compatibility.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Arduino. Its 128x64 resolution allows it to show detailed data such as speed, RPM, and battery levels while using very little power. Compared to a standard LCD, the OLED has better viewing angles and does not require a power-hungry backlight. I also chose it over an SPI TFT display because I2C only uses two communication pins (SDA and SCL), leaving more Arduino pins available for the other sensors and reducing wiring complexity.</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A 0.1µF smoothing capacitor was added between the signal and ground lines to reduce electrical noise and stabilise the sensor readings. After adding the capacitor, the Arduino received cleaner and more consistent signals, with no missed pulses or false readings during testing. This confirmed that the subsystem was working correctly and passed the test.</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The 0.1µF ceramic capacitor will be permanently added to the PCB near the sensor input pins to help reduce electrical noise and improve signal stability. For future versions, shielded twisted-pair cables could be used for external sensor connections to further reduce interference from the engine and other electrical components.</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A 0.1µF decoupling capacitor was added between the signal line and ground before trial 5 to reduce electrical noise. After this change, the sensor readings became much more stable. During the remaining six trials, the sensor produced consistent results with no false triggers, showing that the system was reliable and repeatable.</a:t>
            </a:r>
          </a:p>
        </p:txBody>
      </p:sp>
    </p:spTree>
    <p:extLst>
      <p:ext uri="{BB962C8B-B14F-4D97-AF65-F5344CB8AC3E}">
        <p14:creationId xmlns:p14="http://schemas.microsoft.com/office/powerpoint/2010/main" val="1027777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199" y="155575"/>
            <a:ext cx="10515600" cy="649749"/>
          </a:xfrm>
          <a:solidFill>
            <a:schemeClr val="accent3">
              <a:lumMod val="20000"/>
              <a:lumOff val="80000"/>
            </a:schemeClr>
          </a:solidFill>
        </p:spPr>
        <p:txBody>
          <a:bodyPr>
            <a:normAutofit fontScale="90000"/>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custom resistor voltage divider was chosen because it provides a simple and low-cost way to measure the battery voltage safely with the Arduino. The voltage divider reduces the higher battery voltage down to a 0-5V signal that the Arduino can read. A pre-built voltage sensor module was not used because it performs the same function but takes up more space and increases the cost of the system. A digital I2C ADC module was also unnecessary because the Arduino’s built-in ADC has enough accuracy for monitoring the battery level. A 0.1µF capacitor was added to reduce electrical noise from the motor and improve the stability of the voltage readings.</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58018" y="805324"/>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088990" y="832516"/>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12958" y="913708"/>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pic>
        <p:nvPicPr>
          <p:cNvPr id="3" name="Picture 2" descr="ZMPT101B Single Phase AC Voltage Sensor Module – QuartzComponents">
            <a:extLst>
              <a:ext uri="{FF2B5EF4-FFF2-40B4-BE49-F238E27FC236}">
                <a16:creationId xmlns:a16="http://schemas.microsoft.com/office/drawing/2014/main" id="{C7DC566A-00BF-C675-E80B-21DAE4679518}"/>
              </a:ext>
            </a:extLst>
          </p:cNvPr>
          <p:cNvPicPr>
            <a:picLocks noChangeAspect="1"/>
          </p:cNvPicPr>
          <p:nvPr/>
        </p:nvPicPr>
        <p:blipFill>
          <a:blip r:embed="rId2"/>
          <a:stretch>
            <a:fillRect/>
          </a:stretch>
        </p:blipFill>
        <p:spPr>
          <a:xfrm>
            <a:off x="4088990" y="2072174"/>
            <a:ext cx="1492660" cy="1492660"/>
          </a:xfrm>
          <a:prstGeom prst="rect">
            <a:avLst/>
          </a:prstGeom>
        </p:spPr>
      </p:pic>
      <p:pic>
        <p:nvPicPr>
          <p:cNvPr id="4" name="Picture 3" descr="1pc ADS1115 16-Bit I2C ADC Development Board Analog to Digital Converter  Module: Amazon.com: Industrial &amp; Scientific">
            <a:extLst>
              <a:ext uri="{FF2B5EF4-FFF2-40B4-BE49-F238E27FC236}">
                <a16:creationId xmlns:a16="http://schemas.microsoft.com/office/drawing/2014/main" id="{96A3E7AE-22C5-3A9F-33D9-180F39A1BEC6}"/>
              </a:ext>
            </a:extLst>
          </p:cNvPr>
          <p:cNvPicPr>
            <a:picLocks noChangeAspect="1"/>
          </p:cNvPicPr>
          <p:nvPr/>
        </p:nvPicPr>
        <p:blipFill>
          <a:blip r:embed="rId3"/>
          <a:stretch>
            <a:fillRect/>
          </a:stretch>
        </p:blipFill>
        <p:spPr>
          <a:xfrm>
            <a:off x="7812958" y="2072174"/>
            <a:ext cx="1923804" cy="1562129"/>
          </a:xfrm>
          <a:prstGeom prst="rect">
            <a:avLst/>
          </a:prstGeom>
        </p:spPr>
      </p:pic>
      <p:pic>
        <p:nvPicPr>
          <p:cNvPr id="6" name="Picture 5" descr="Voltage Divider Circuit: Definition, Diagram, and Applications">
            <a:extLst>
              <a:ext uri="{FF2B5EF4-FFF2-40B4-BE49-F238E27FC236}">
                <a16:creationId xmlns:a16="http://schemas.microsoft.com/office/drawing/2014/main" id="{7921DD65-1C86-BCAC-CD5C-B1807C14F56F}"/>
              </a:ext>
            </a:extLst>
          </p:cNvPr>
          <p:cNvPicPr>
            <a:picLocks noChangeAspect="1"/>
          </p:cNvPicPr>
          <p:nvPr/>
        </p:nvPicPr>
        <p:blipFill>
          <a:blip r:embed="rId4"/>
          <a:stretch>
            <a:fillRect/>
          </a:stretch>
        </p:blipFill>
        <p:spPr>
          <a:xfrm>
            <a:off x="858018" y="2019913"/>
            <a:ext cx="1790701" cy="1585517"/>
          </a:xfrm>
          <a:prstGeom prst="rect">
            <a:avLst/>
          </a:prstGeom>
        </p:spPr>
      </p:pic>
    </p:spTree>
    <p:extLst>
      <p:ext uri="{BB962C8B-B14F-4D97-AF65-F5344CB8AC3E}">
        <p14:creationId xmlns:p14="http://schemas.microsoft.com/office/powerpoint/2010/main" val="733961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of component-dashboard</a:t>
            </a:r>
          </a:p>
          <a:p>
            <a:pPr marL="0" indent="0">
              <a:buNone/>
            </a:pPr>
            <a:r>
              <a:rPr lang="en-NZ" dirty="0"/>
              <a:t>The visual indicator system uses LEDs to provide the rider with quick information about the bike’s condition, such as low battery warnings or system errors. Each LED has a 1kΩ resistor connected in series to limit the current and protect both the LED and the Arduino output pins from damage. The Arduino controls the LEDs through its digital pins by switching them between HIGH and LOW states depending on the sensor information it receives.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LED indicators could switch on and off correctly without causing issues for the Arduino pins or flickering during operation. The LED circuit was built with a 1kΩ resistor in series to limit current. During initial testing, the LEDs worked correctly, but electrical noise from the motor power system caused slight flickering. A 0.1µF capacitor was added to help smooth the signal and remove the fluctuations. After this change, the LEDs operated consistently through ten test cycles with no failures, confirming that the system passed.</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6" name="Picture 5" descr="Voltage Divider Circuit: Definition, Diagram, and Applications">
            <a:extLst>
              <a:ext uri="{FF2B5EF4-FFF2-40B4-BE49-F238E27FC236}">
                <a16:creationId xmlns:a16="http://schemas.microsoft.com/office/drawing/2014/main" id="{1BE5260C-2BED-F6A7-900A-5CDFD9DE5058}"/>
              </a:ext>
            </a:extLst>
          </p:cNvPr>
          <p:cNvPicPr>
            <a:picLocks noChangeAspect="1"/>
          </p:cNvPicPr>
          <p:nvPr/>
        </p:nvPicPr>
        <p:blipFill>
          <a:blip r:embed="rId2"/>
          <a:stretch>
            <a:fillRect/>
          </a:stretch>
        </p:blipFill>
        <p:spPr>
          <a:xfrm>
            <a:off x="1022555" y="4310954"/>
            <a:ext cx="1629031" cy="1442371"/>
          </a:xfrm>
          <a:prstGeom prst="rect">
            <a:avLst/>
          </a:prstGeom>
        </p:spPr>
      </p:pic>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a:t>
            </a:r>
            <a:br>
              <a:rPr lang="en-NZ" dirty="0"/>
            </a:br>
            <a:r>
              <a:rPr lang="en-NZ" dirty="0"/>
              <a:t>The LED indicator circuit was tested through 10 switching cycles to check its reliability during operation. During the first three tests, the LEDs showed some flickering when the 800W motor was running, which was caused by electrical noise affecting the Arduino’s output signal. Before the fourth trial, a 0.1µF capacitor was added to smooth the output signal along with the 1kΩ current-limiting resistor. In the remaining seven tests, the LEDs operated consistently with no flickering or signal issues, showing that the changes improved the reliability of the system.</a:t>
            </a:r>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Manual Lever-Operated Clutch with Electronic Position Sensor.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None/>
            </a:pPr>
            <a:r>
              <a:rPr lang="en-US" dirty="0"/>
              <a:t>Direct Drive System (No Clutch).</a:t>
            </a:r>
            <a:endParaRPr lang="en-NZ" noProof="0" dirty="0"/>
          </a:p>
        </p:txBody>
      </p:sp>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a:t>
            </a:r>
            <a:r>
              <a:rPr lang="en-NZ"/>
              <a:t>testing here</a:t>
            </a:r>
          </a:p>
          <a:p>
            <a:pPr marL="0" indent="0">
              <a:buNone/>
            </a:pPr>
            <a:endParaRPr lang="en-NZ" dirty="0"/>
          </a:p>
        </p:txBody>
      </p:sp>
    </p:spTree>
    <p:extLst>
      <p:ext uri="{BB962C8B-B14F-4D97-AF65-F5344CB8AC3E}">
        <p14:creationId xmlns:p14="http://schemas.microsoft.com/office/powerpoint/2010/main" val="29589822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1107</TotalTime>
  <Words>2896</Words>
  <Application>Microsoft Office PowerPoint</Application>
  <PresentationFormat>Widescreen</PresentationFormat>
  <Paragraphs>161</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2026-07-20T07:24:07Z</dcterms:modified>
</cp:coreProperties>
</file>