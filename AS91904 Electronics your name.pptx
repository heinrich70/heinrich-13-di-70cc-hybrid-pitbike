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85" r:id="rId8"/>
    <p:sldId id="268" r:id="rId9"/>
    <p:sldId id="261" r:id="rId10"/>
    <p:sldId id="287" r:id="rId11"/>
    <p:sldId id="279" r:id="rId12"/>
    <p:sldId id="280" r:id="rId13"/>
    <p:sldId id="288" r:id="rId14"/>
    <p:sldId id="289" r:id="rId15"/>
    <p:sldId id="290" r:id="rId16"/>
    <p:sldId id="291" r:id="rId17"/>
    <p:sldId id="292" r:id="rId18"/>
    <p:sldId id="293" r:id="rId19"/>
    <p:sldId id="294" r:id="rId20"/>
    <p:sldId id="295" r:id="rId21"/>
    <p:sldId id="296" r:id="rId22"/>
    <p:sldId id="282" r:id="rId23"/>
    <p:sldId id="277" r:id="rId24"/>
    <p:sldId id="265" r:id="rId25"/>
    <p:sldId id="266" r:id="rId26"/>
    <p:sldId id="278"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16D11C7-54C1-4F39-90BB-D8EED6E25B3B}" v="38" dt="2025-11-17T02:48:26.5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36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24/05/2026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a:t>
            </a:r>
            <a:br>
              <a:rPr lang="en-NZ" noProof="0" dirty="0"/>
            </a:br>
            <a:r>
              <a:rPr lang="en-NZ" noProof="0" dirty="0"/>
              <a:t>Project Name:</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br>
              <a:rPr lang="en-NZ" noProof="0" dirty="0"/>
            </a:b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Technique 1:</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377467073"/>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a:bodyPr>
          <a:lstStyle/>
          <a:p>
            <a:pPr marL="0" indent="0">
              <a:buNone/>
            </a:pPr>
            <a:r>
              <a:rPr lang="en-NZ" sz="1800" i="1" noProof="0" dirty="0"/>
              <a:t>For Achieved students need to identify the behaviour and function of the outcome. This will include an explanation of what the outcome does and how the components work together to make this happen. </a:t>
            </a:r>
          </a:p>
        </p:txBody>
      </p:sp>
    </p:spTree>
    <p:extLst>
      <p:ext uri="{BB962C8B-B14F-4D97-AF65-F5344CB8AC3E}">
        <p14:creationId xmlns:p14="http://schemas.microsoft.com/office/powerpoint/2010/main" val="29619014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i="1" noProof="0" dirty="0"/>
              <a:t>For Achieved students need to explain relevant communication protocols.</a:t>
            </a:r>
          </a:p>
          <a:p>
            <a:pPr marL="0" indent="0">
              <a:buNone/>
            </a:pPr>
            <a:endParaRPr lang="en-NZ" sz="1800" i="1" dirty="0"/>
          </a:p>
          <a:p>
            <a:pPr marL="0" indent="0">
              <a:buNone/>
            </a:pPr>
            <a:r>
              <a:rPr lang="en-NZ" sz="1800" i="1" noProof="0" dirty="0"/>
              <a:t>Which communication protocol are you using?</a:t>
            </a:r>
            <a:br>
              <a:rPr lang="en-NZ" sz="1800" i="1" noProof="0" dirty="0"/>
            </a:br>
            <a:br>
              <a:rPr lang="en-NZ" sz="1800" i="1" noProof="0" dirty="0"/>
            </a:br>
            <a:r>
              <a:rPr lang="en-NZ" sz="1800" i="1" dirty="0"/>
              <a:t>How does it work? How are you using it?</a:t>
            </a:r>
            <a:br>
              <a:rPr lang="en-NZ" sz="1800" i="1" dirty="0"/>
            </a:br>
            <a:br>
              <a:rPr lang="en-NZ" sz="1800" i="1" dirty="0"/>
            </a:br>
            <a:r>
              <a:rPr lang="en-NZ" sz="1800" i="1" dirty="0"/>
              <a:t>Why are you using it?</a:t>
            </a:r>
            <a:r>
              <a:rPr lang="en-NZ" sz="1800" i="1" noProof="0" dirty="0"/>
              <a:t> </a:t>
            </a:r>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sz="1800" i="1" dirty="0"/>
              <a:t>Justify your choice of communication protocols? Why did you use these one over others?</a:t>
            </a:r>
          </a:p>
        </p:txBody>
      </p:sp>
    </p:spTree>
    <p:extLst>
      <p:ext uri="{BB962C8B-B14F-4D97-AF65-F5344CB8AC3E}">
        <p14:creationId xmlns:p14="http://schemas.microsoft.com/office/powerpoint/2010/main" val="4103162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p:txBody>
      </p:sp>
    </p:spTree>
    <p:extLst>
      <p:ext uri="{BB962C8B-B14F-4D97-AF65-F5344CB8AC3E}">
        <p14:creationId xmlns:p14="http://schemas.microsoft.com/office/powerpoint/2010/main" val="4188302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lstStyle/>
          <a:p>
            <a:pPr marL="0" indent="0">
              <a:buNone/>
            </a:pPr>
            <a:r>
              <a:rPr lang="en-NZ" noProof="0" dirty="0"/>
              <a:t>Explanation of component</a:t>
            </a:r>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917241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p:txBody>
      </p:sp>
    </p:spTree>
    <p:extLst>
      <p:ext uri="{BB962C8B-B14F-4D97-AF65-F5344CB8AC3E}">
        <p14:creationId xmlns:p14="http://schemas.microsoft.com/office/powerpoint/2010/main" val="2953175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lstStyle/>
          <a:p>
            <a:pPr marL="0" indent="0">
              <a:buNone/>
            </a:pPr>
            <a:r>
              <a:rPr lang="en-NZ" noProof="0" dirty="0"/>
              <a:t>Explanation of component</a:t>
            </a:r>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endParaRPr lang="en-NZ" noProof="0" dirty="0"/>
          </a:p>
        </p:txBody>
      </p:sp>
    </p:spTree>
    <p:extLst>
      <p:ext uri="{BB962C8B-B14F-4D97-AF65-F5344CB8AC3E}">
        <p14:creationId xmlns:p14="http://schemas.microsoft.com/office/powerpoint/2010/main" val="102777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p:txBody>
      </p:sp>
    </p:spTree>
    <p:extLst>
      <p:ext uri="{BB962C8B-B14F-4D97-AF65-F5344CB8AC3E}">
        <p14:creationId xmlns:p14="http://schemas.microsoft.com/office/powerpoint/2010/main" val="73396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lstStyle/>
          <a:p>
            <a:pPr marL="0" indent="0">
              <a:buNone/>
            </a:pPr>
            <a:r>
              <a:rPr lang="en-NZ" noProof="0" dirty="0"/>
              <a:t>Explanation of component</a:t>
            </a:r>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p:txBody>
      </p:sp>
    </p:spTree>
    <p:extLst>
      <p:ext uri="{BB962C8B-B14F-4D97-AF65-F5344CB8AC3E}">
        <p14:creationId xmlns:p14="http://schemas.microsoft.com/office/powerpoint/2010/main" val="346364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lstStyle/>
          <a:p>
            <a:pPr marL="0" indent="0">
              <a:buNone/>
            </a:pPr>
            <a:r>
              <a:rPr lang="en-NZ" noProof="0" dirty="0"/>
              <a:t>Explanation of component</a:t>
            </a:r>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p:txBody>
      </p:sp>
    </p:spTree>
    <p:extLst>
      <p:ext uri="{BB962C8B-B14F-4D97-AF65-F5344CB8AC3E}">
        <p14:creationId xmlns:p14="http://schemas.microsoft.com/office/powerpoint/2010/main" val="2958982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469</TotalTime>
  <Words>560</Words>
  <Application>Microsoft Office PowerPoint</Application>
  <PresentationFormat>Widescreen</PresentationFormat>
  <Paragraphs>107</Paragraphs>
  <Slides>27</Slides>
  <Notes>0</Notes>
  <HiddenSlides>0</HiddenSlides>
  <MMClips>0</MMClip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Office Theme</vt:lpstr>
      <vt:lpstr>AS91904 Electronics Outcome</vt:lpstr>
      <vt:lpstr>Project Details</vt:lpstr>
      <vt:lpstr>Techniques used</vt:lpstr>
      <vt:lpstr>Relevant Implications</vt:lpstr>
      <vt:lpstr>Original Design</vt:lpstr>
      <vt:lpstr>Behaviour and function</vt:lpstr>
      <vt:lpstr>Explaining relevant communication protocols</vt:lpstr>
      <vt:lpstr>Iterated Design</vt:lpstr>
      <vt:lpstr>Components and Systems</vt:lpstr>
      <vt:lpstr>Choice of Component/System 1</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Mark Sutherland</cp:lastModifiedBy>
  <cp:revision>3</cp:revision>
  <dcterms:created xsi:type="dcterms:W3CDTF">2025-11-11T22:30:20Z</dcterms:created>
  <dcterms:modified xsi:type="dcterms:W3CDTF">2026-05-24T08:41:33Z</dcterms:modified>
</cp:coreProperties>
</file>