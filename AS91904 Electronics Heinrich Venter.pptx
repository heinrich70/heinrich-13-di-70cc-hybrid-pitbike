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85" r:id="rId8"/>
    <p:sldId id="268" r:id="rId9"/>
    <p:sldId id="261" r:id="rId10"/>
    <p:sldId id="287" r:id="rId11"/>
    <p:sldId id="279" r:id="rId12"/>
    <p:sldId id="280" r:id="rId13"/>
    <p:sldId id="288" r:id="rId14"/>
    <p:sldId id="289" r:id="rId15"/>
    <p:sldId id="290" r:id="rId16"/>
    <p:sldId id="291" r:id="rId17"/>
    <p:sldId id="292" r:id="rId18"/>
    <p:sldId id="293" r:id="rId19"/>
    <p:sldId id="294" r:id="rId20"/>
    <p:sldId id="295" r:id="rId21"/>
    <p:sldId id="296" r:id="rId22"/>
    <p:sldId id="282" r:id="rId23"/>
    <p:sldId id="277" r:id="rId24"/>
    <p:sldId id="265" r:id="rId25"/>
    <p:sldId id="266" r:id="rId26"/>
    <p:sldId id="278"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13A9E9-B3C1-424C-8E5B-7A1F059B459A}" v="61" dt="2026-05-26T08:25:23.6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varScale="1">
        <p:scale>
          <a:sx n="63" d="100"/>
          <a:sy n="63" d="100"/>
        </p:scale>
        <p:origin x="72"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35" Type="http://schemas.microsoft.com/office/2018/10/relationships/authors" Target="author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pc:chgData name="Heinrich Venter" userId="694de3c83518532c" providerId="LiveId" clId="{10CD68D7-CBE1-4750-A2D1-7DEE064E9363}" dt="2026-06-16T23:32:39.233" v="5317" actId="20577"/>
      <pc:docMkLst>
        <pc:docMk/>
      </pc:docMkLst>
      <pc:sldChg chg="modSp mod">
        <pc:chgData name="Heinrich Venter" userId="694de3c83518532c" providerId="LiveId" clId="{10CD68D7-CBE1-4750-A2D1-7DEE064E9363}" dt="2026-05-24T09:10:16.286" v="43" actId="20577"/>
        <pc:sldMkLst>
          <pc:docMk/>
          <pc:sldMk cId="730004332" sldId="256"/>
        </pc:sldMkLst>
        <pc:spChg chg="mod">
          <ac:chgData name="Heinrich Venter" userId="694de3c83518532c" providerId="LiveId" clId="{10CD68D7-CBE1-4750-A2D1-7DEE064E9363}" dt="2026-05-24T09:10:16.286" v="43" actId="20577"/>
          <ac:spMkLst>
            <pc:docMk/>
            <pc:sldMk cId="730004332" sldId="256"/>
            <ac:spMk id="3" creationId="{F66D802B-CDB6-E9D2-44F0-86BC0E80FB38}"/>
          </ac:spMkLst>
        </pc:spChg>
      </pc:sldChg>
      <pc:sldChg chg="modSp mod">
        <pc:chgData name="Heinrich Venter" userId="694de3c83518532c" providerId="LiveId" clId="{10CD68D7-CBE1-4750-A2D1-7DEE064E9363}" dt="2026-06-16T23:32:39.233" v="5317" actId="20577"/>
        <pc:sldMkLst>
          <pc:docMk/>
          <pc:sldMk cId="4293113589" sldId="257"/>
        </pc:sldMkLst>
        <pc:spChg chg="mod">
          <ac:chgData name="Heinrich Venter" userId="694de3c83518532c" providerId="LiveId" clId="{10CD68D7-CBE1-4750-A2D1-7DEE064E9363}" dt="2026-06-16T23:32:39.233" v="5317" actId="20577"/>
          <ac:spMkLst>
            <pc:docMk/>
            <pc:sldMk cId="4293113589" sldId="257"/>
            <ac:spMk id="3" creationId="{EB73A0B0-8C2E-99B2-DFB1-974EF0CDEB52}"/>
          </ac:spMkLst>
        </pc:spChg>
      </pc:sldChg>
      <pc:sldChg chg="modSp mod">
        <pc:chgData name="Heinrich Venter" userId="694de3c83518532c" providerId="LiveId" clId="{10CD68D7-CBE1-4750-A2D1-7DEE064E9363}" dt="2026-05-26T06:38:30.797" v="4833" actId="20577"/>
        <pc:sldMkLst>
          <pc:docMk/>
          <pc:sldMk cId="2407707907" sldId="258"/>
        </pc:sldMkLst>
        <pc:spChg chg="mod">
          <ac:chgData name="Heinrich Venter" userId="694de3c83518532c" providerId="LiveId" clId="{10CD68D7-CBE1-4750-A2D1-7DEE064E9363}" dt="2026-05-26T06:37:18.202" v="4799" actId="113"/>
          <ac:spMkLst>
            <pc:docMk/>
            <pc:sldMk cId="2407707907" sldId="258"/>
            <ac:spMk id="3" creationId="{48517805-ABAD-9125-D5EB-9C37B582DC52}"/>
          </ac:spMkLst>
        </pc:spChg>
        <pc:spChg chg="mod">
          <ac:chgData name="Heinrich Venter" userId="694de3c83518532c" providerId="LiveId" clId="{10CD68D7-CBE1-4750-A2D1-7DEE064E9363}" dt="2026-05-26T06:38:30.797" v="4833" actId="20577"/>
          <ac:spMkLst>
            <pc:docMk/>
            <pc:sldMk cId="2407707907" sldId="258"/>
            <ac:spMk id="4" creationId="{6748CEDE-0DB3-164E-E438-A407CD2F953C}"/>
          </ac:spMkLst>
        </pc:spChg>
      </pc:sldChg>
      <pc:sldChg chg="modSp mod">
        <pc:chgData name="Heinrich Venter" userId="694de3c83518532c" providerId="LiveId" clId="{10CD68D7-CBE1-4750-A2D1-7DEE064E9363}" dt="2026-06-01T23:37:14.244" v="4932" actId="113"/>
        <pc:sldMkLst>
          <pc:docMk/>
          <pc:sldMk cId="4279029636" sldId="259"/>
        </pc:sldMkLst>
        <pc:graphicFrameChg chg="mod modGraphic">
          <ac:chgData name="Heinrich Venter" userId="694de3c83518532c" providerId="LiveId" clId="{10CD68D7-CBE1-4750-A2D1-7DEE064E9363}" dt="2026-06-01T23:37:14.244" v="4932" actId="113"/>
          <ac:graphicFrameMkLst>
            <pc:docMk/>
            <pc:sldMk cId="4279029636" sldId="259"/>
            <ac:graphicFrameMk id="5" creationId="{F519459D-F748-3377-4E55-D51E89AF6AC2}"/>
          </ac:graphicFrameMkLst>
        </pc:graphicFrameChg>
      </pc:sldChg>
      <pc:sldChg chg="modSp mod">
        <pc:chgData name="Heinrich Venter" userId="694de3c83518532c" providerId="LiveId" clId="{10CD68D7-CBE1-4750-A2D1-7DEE064E9363}" dt="2026-05-24T09:44:50.269" v="2751" actId="20577"/>
        <pc:sldMkLst>
          <pc:docMk/>
          <pc:sldMk cId="2961901457" sldId="269"/>
        </pc:sldMkLst>
        <pc:spChg chg="mod">
          <ac:chgData name="Heinrich Venter" userId="694de3c83518532c" providerId="LiveId" clId="{10CD68D7-CBE1-4750-A2D1-7DEE064E9363}" dt="2026-05-24T09:44:50.269" v="2751" actId="20577"/>
          <ac:spMkLst>
            <pc:docMk/>
            <pc:sldMk cId="2961901457" sldId="269"/>
            <ac:spMk id="3" creationId="{A52EF0A1-3D21-8BB7-02F3-33253F2DFB43}"/>
          </ac:spMkLst>
        </pc:spChg>
      </pc:sldChg>
      <pc:sldChg chg="addSp modSp mod">
        <pc:chgData name="Heinrich Venter" userId="694de3c83518532c" providerId="LiveId" clId="{10CD68D7-CBE1-4750-A2D1-7DEE064E9363}" dt="2026-05-24T11:06:41.718" v="4227" actId="20577"/>
        <pc:sldMkLst>
          <pc:docMk/>
          <pc:sldMk cId="3917241819" sldId="279"/>
        </pc:sldMkLst>
        <pc:spChg chg="mod">
          <ac:chgData name="Heinrich Venter" userId="694de3c83518532c" providerId="LiveId" clId="{10CD68D7-CBE1-4750-A2D1-7DEE064E9363}" dt="2026-05-24T10:00:05.034" v="3393" actId="27636"/>
          <ac:spMkLst>
            <pc:docMk/>
            <pc:sldMk cId="3917241819" sldId="279"/>
            <ac:spMk id="3" creationId="{109C2FE0-6991-DDAF-C4F7-B3415EC34474}"/>
          </ac:spMkLst>
        </pc:spChg>
        <pc:spChg chg="mod">
          <ac:chgData name="Heinrich Venter" userId="694de3c83518532c" providerId="LiveId" clId="{10CD68D7-CBE1-4750-A2D1-7DEE064E9363}" dt="2026-05-24T10:01:04.280" v="3403" actId="1076"/>
          <ac:spMkLst>
            <pc:docMk/>
            <pc:sldMk cId="3917241819" sldId="279"/>
            <ac:spMk id="4" creationId="{48BF1EF6-F8B8-8CF4-9169-05F15F67B902}"/>
          </ac:spMkLst>
        </pc:spChg>
        <pc:spChg chg="mod">
          <ac:chgData name="Heinrich Venter" userId="694de3c83518532c" providerId="LiveId" clId="{10CD68D7-CBE1-4750-A2D1-7DEE064E9363}" dt="2026-05-24T11:06:41.718" v="4227" actId="20577"/>
          <ac:spMkLst>
            <pc:docMk/>
            <pc:sldMk cId="3917241819" sldId="279"/>
            <ac:spMk id="5" creationId="{F10EB81D-A986-42AD-847E-FF3A1F656CEB}"/>
          </ac:spMkLst>
        </pc:spChg>
        <pc:picChg chg="add mod">
          <ac:chgData name="Heinrich Venter" userId="694de3c83518532c" providerId="LiveId" clId="{10CD68D7-CBE1-4750-A2D1-7DEE064E9363}" dt="2026-05-24T10:01:10.857" v="3404" actId="1076"/>
          <ac:picMkLst>
            <pc:docMk/>
            <pc:sldMk cId="3917241819" sldId="279"/>
            <ac:picMk id="1026" creationId="{F6F76BE5-4844-9D9B-EDC2-816CC06C42C3}"/>
          </ac:picMkLst>
        </pc:picChg>
      </pc:sldChg>
      <pc:sldChg chg="modSp mod">
        <pc:chgData name="Heinrich Venter" userId="694de3c83518532c" providerId="LiveId" clId="{10CD68D7-CBE1-4750-A2D1-7DEE064E9363}" dt="2026-06-01T23:42:20.057" v="4945" actId="20577"/>
        <pc:sldMkLst>
          <pc:docMk/>
          <pc:sldMk cId="3469156485" sldId="280"/>
        </pc:sldMkLst>
        <pc:spChg chg="mod">
          <ac:chgData name="Heinrich Venter" userId="694de3c83518532c" providerId="LiveId" clId="{10CD68D7-CBE1-4750-A2D1-7DEE064E9363}" dt="2026-05-24T11:05:44.022" v="4106" actId="20577"/>
          <ac:spMkLst>
            <pc:docMk/>
            <pc:sldMk cId="3469156485" sldId="280"/>
            <ac:spMk id="5" creationId="{50C57F65-7853-E45D-CA58-31BCC9DE7B02}"/>
          </ac:spMkLst>
        </pc:spChg>
        <pc:spChg chg="mod">
          <ac:chgData name="Heinrich Venter" userId="694de3c83518532c" providerId="LiveId" clId="{10CD68D7-CBE1-4750-A2D1-7DEE064E9363}" dt="2026-06-01T23:42:20.057" v="4945" actId="20577"/>
          <ac:spMkLst>
            <pc:docMk/>
            <pc:sldMk cId="3469156485" sldId="280"/>
            <ac:spMk id="6" creationId="{4FBA3B69-CE34-9320-97C4-16C15C4852CE}"/>
          </ac:spMkLst>
        </pc:spChg>
        <pc:spChg chg="mod">
          <ac:chgData name="Heinrich Venter" userId="694de3c83518532c" providerId="LiveId" clId="{10CD68D7-CBE1-4750-A2D1-7DEE064E9363}" dt="2026-05-24T11:01:47.702" v="3490" actId="20577"/>
          <ac:spMkLst>
            <pc:docMk/>
            <pc:sldMk cId="3469156485" sldId="280"/>
            <ac:spMk id="11" creationId="{E3D936A8-CA08-48BB-AA98-F3A8B43B31CF}"/>
          </ac:spMkLst>
        </pc:spChg>
      </pc:sldChg>
      <pc:sldChg chg="modSp mod">
        <pc:chgData name="Heinrich Venter" userId="694de3c83518532c" providerId="LiveId" clId="{10CD68D7-CBE1-4750-A2D1-7DEE064E9363}" dt="2026-05-26T08:25:46.067" v="4931" actId="20577"/>
        <pc:sldMkLst>
          <pc:docMk/>
          <pc:sldMk cId="2958982225" sldId="282"/>
        </pc:sldMkLst>
        <pc:spChg chg="mod">
          <ac:chgData name="Heinrich Venter" userId="694de3c83518532c" providerId="LiveId" clId="{10CD68D7-CBE1-4750-A2D1-7DEE064E9363}" dt="2026-05-26T08:25:46.067" v="4931" actId="20577"/>
          <ac:spMkLst>
            <pc:docMk/>
            <pc:sldMk cId="2958982225" sldId="282"/>
            <ac:spMk id="3" creationId="{C72A0CE0-5AE0-CAD3-C4C6-81694DF4EFBC}"/>
          </ac:spMkLst>
        </pc:spChg>
      </pc:sldChg>
      <pc:sldChg chg="modSp mod">
        <pc:chgData name="Heinrich Venter" userId="694de3c83518532c" providerId="LiveId" clId="{10CD68D7-CBE1-4750-A2D1-7DEE064E9363}" dt="2026-05-26T06:46:46.026" v="4853" actId="20577"/>
        <pc:sldMkLst>
          <pc:docMk/>
          <pc:sldMk cId="4103162250" sldId="285"/>
        </pc:sldMkLst>
        <pc:spChg chg="mod">
          <ac:chgData name="Heinrich Venter" userId="694de3c83518532c" providerId="LiveId" clId="{10CD68D7-CBE1-4750-A2D1-7DEE064E9363}" dt="2026-05-26T06:46:46.026" v="4853" actId="20577"/>
          <ac:spMkLst>
            <pc:docMk/>
            <pc:sldMk cId="4103162250" sldId="285"/>
            <ac:spMk id="3" creationId="{A52EF0A1-3D21-8BB7-02F3-33253F2DFB43}"/>
          </ac:spMkLst>
        </pc:spChg>
        <pc:spChg chg="mod">
          <ac:chgData name="Heinrich Venter" userId="694de3c83518532c" providerId="LiveId" clId="{10CD68D7-CBE1-4750-A2D1-7DEE064E9363}" dt="2026-05-24T09:51:15.846" v="2759" actId="27636"/>
          <ac:spMkLst>
            <pc:docMk/>
            <pc:sldMk cId="4103162250" sldId="285"/>
            <ac:spMk id="4" creationId="{733B3A00-9BAD-4EED-A5B0-1F15087135FA}"/>
          </ac:spMkLst>
        </pc:spChg>
      </pc:sldChg>
      <pc:sldChg chg="modSp mod">
        <pc:chgData name="Heinrich Venter" userId="694de3c83518532c" providerId="LiveId" clId="{10CD68D7-CBE1-4750-A2D1-7DEE064E9363}" dt="2026-05-26T06:47:14.021" v="4862" actId="20577"/>
        <pc:sldMkLst>
          <pc:docMk/>
          <pc:sldMk cId="4188302786" sldId="287"/>
        </pc:sldMkLst>
        <pc:spChg chg="mod">
          <ac:chgData name="Heinrich Venter" userId="694de3c83518532c" providerId="LiveId" clId="{10CD68D7-CBE1-4750-A2D1-7DEE064E9363}" dt="2026-05-24T09:54:33.723" v="2789" actId="20577"/>
          <ac:spMkLst>
            <pc:docMk/>
            <pc:sldMk cId="4188302786" sldId="287"/>
            <ac:spMk id="2" creationId="{5AD3A040-4DF6-3A52-2828-494419344D41}"/>
          </ac:spMkLst>
        </pc:spChg>
        <pc:spChg chg="mod">
          <ac:chgData name="Heinrich Venter" userId="694de3c83518532c" providerId="LiveId" clId="{10CD68D7-CBE1-4750-A2D1-7DEE064E9363}" dt="2026-05-26T06:47:14.021" v="4862" actId="20577"/>
          <ac:spMkLst>
            <pc:docMk/>
            <pc:sldMk cId="4188302786" sldId="287"/>
            <ac:spMk id="5" creationId="{208AF426-607B-1936-143C-7541AD8896ED}"/>
          </ac:spMkLst>
        </pc:spChg>
        <pc:spChg chg="mod">
          <ac:chgData name="Heinrich Venter" userId="694de3c83518532c" providerId="LiveId" clId="{10CD68D7-CBE1-4750-A2D1-7DEE064E9363}" dt="2026-05-24T09:54:40.185" v="2798" actId="20577"/>
          <ac:spMkLst>
            <pc:docMk/>
            <pc:sldMk cId="4188302786" sldId="287"/>
            <ac:spMk id="8" creationId="{DFB8CE4C-97AF-7F3E-9CAC-E06101B7E86D}"/>
          </ac:spMkLst>
        </pc:spChg>
        <pc:spChg chg="mod">
          <ac:chgData name="Heinrich Venter" userId="694de3c83518532c" providerId="LiveId" clId="{10CD68D7-CBE1-4750-A2D1-7DEE064E9363}" dt="2026-05-24T09:54:55.923" v="2805" actId="20577"/>
          <ac:spMkLst>
            <pc:docMk/>
            <pc:sldMk cId="4188302786" sldId="287"/>
            <ac:spMk id="9" creationId="{0A4F4AF7-5E5A-2D76-3F73-6A09F3F31537}"/>
          </ac:spMkLst>
        </pc:spChg>
        <pc:spChg chg="mod">
          <ac:chgData name="Heinrich Venter" userId="694de3c83518532c" providerId="LiveId" clId="{10CD68D7-CBE1-4750-A2D1-7DEE064E9363}" dt="2026-05-24T09:55:04.956" v="2818" actId="20577"/>
          <ac:spMkLst>
            <pc:docMk/>
            <pc:sldMk cId="4188302786" sldId="287"/>
            <ac:spMk id="10" creationId="{841EBE6D-B5D0-4C30-C32E-F3AA1F02B8FD}"/>
          </ac:spMkLst>
        </pc:spChg>
      </pc:sldChg>
      <pc:sldChg chg="modSp mod">
        <pc:chgData name="Heinrich Venter" userId="694de3c83518532c" providerId="LiveId" clId="{10CD68D7-CBE1-4750-A2D1-7DEE064E9363}" dt="2026-05-24T11:13:59.165" v="4299" actId="113"/>
        <pc:sldMkLst>
          <pc:docMk/>
          <pc:sldMk cId="2953175661" sldId="288"/>
        </pc:sldMkLst>
        <pc:spChg chg="mod">
          <ac:chgData name="Heinrich Venter" userId="694de3c83518532c" providerId="LiveId" clId="{10CD68D7-CBE1-4750-A2D1-7DEE064E9363}" dt="2026-05-24T11:13:59.165" v="4299" actId="113"/>
          <ac:spMkLst>
            <pc:docMk/>
            <pc:sldMk cId="2953175661" sldId="288"/>
            <ac:spMk id="5" creationId="{208AF426-607B-1936-143C-7541AD8896ED}"/>
          </ac:spMkLst>
        </pc:spChg>
        <pc:spChg chg="mod">
          <ac:chgData name="Heinrich Venter" userId="694de3c83518532c" providerId="LiveId" clId="{10CD68D7-CBE1-4750-A2D1-7DEE064E9363}" dt="2026-05-24T11:08:21.423" v="4249" actId="20577"/>
          <ac:spMkLst>
            <pc:docMk/>
            <pc:sldMk cId="2953175661" sldId="288"/>
            <ac:spMk id="8" creationId="{DFB8CE4C-97AF-7F3E-9CAC-E06101B7E86D}"/>
          </ac:spMkLst>
        </pc:spChg>
        <pc:spChg chg="mod">
          <ac:chgData name="Heinrich Venter" userId="694de3c83518532c" providerId="LiveId" clId="{10CD68D7-CBE1-4750-A2D1-7DEE064E9363}" dt="2026-05-24T11:09:06.463" v="4260" actId="20577"/>
          <ac:spMkLst>
            <pc:docMk/>
            <pc:sldMk cId="2953175661" sldId="288"/>
            <ac:spMk id="9" creationId="{0A4F4AF7-5E5A-2D76-3F73-6A09F3F31537}"/>
          </ac:spMkLst>
        </pc:spChg>
        <pc:spChg chg="mod">
          <ac:chgData name="Heinrich Venter" userId="694de3c83518532c" providerId="LiveId" clId="{10CD68D7-CBE1-4750-A2D1-7DEE064E9363}" dt="2026-05-24T11:11:58.707" v="4292" actId="20577"/>
          <ac:spMkLst>
            <pc:docMk/>
            <pc:sldMk cId="2953175661" sldId="288"/>
            <ac:spMk id="10" creationId="{841EBE6D-B5D0-4C30-C32E-F3AA1F02B8FD}"/>
          </ac:spMkLst>
        </pc:spChg>
      </pc:sldChg>
      <pc:sldChg chg="modSp mod">
        <pc:chgData name="Heinrich Venter" userId="694de3c83518532c" providerId="LiveId" clId="{10CD68D7-CBE1-4750-A2D1-7DEE064E9363}" dt="2026-05-24T11:20:05.377" v="4323" actId="27636"/>
        <pc:sldMkLst>
          <pc:docMk/>
          <pc:sldMk cId="708745857" sldId="289"/>
        </pc:sldMkLst>
        <pc:spChg chg="mod">
          <ac:chgData name="Heinrich Venter" userId="694de3c83518532c" providerId="LiveId" clId="{10CD68D7-CBE1-4750-A2D1-7DEE064E9363}" dt="2026-05-24T11:17:34.751" v="4304" actId="5793"/>
          <ac:spMkLst>
            <pc:docMk/>
            <pc:sldMk cId="708745857" sldId="289"/>
            <ac:spMk id="3" creationId="{109C2FE0-6991-DDAF-C4F7-B3415EC34474}"/>
          </ac:spMkLst>
        </pc:spChg>
        <pc:spChg chg="mod">
          <ac:chgData name="Heinrich Venter" userId="694de3c83518532c" providerId="LiveId" clId="{10CD68D7-CBE1-4750-A2D1-7DEE064E9363}" dt="2026-05-24T11:20:05.377" v="4323" actId="27636"/>
          <ac:spMkLst>
            <pc:docMk/>
            <pc:sldMk cId="708745857" sldId="289"/>
            <ac:spMk id="5" creationId="{F10EB81D-A986-42AD-847E-FF3A1F656CEB}"/>
          </ac:spMkLst>
        </pc:spChg>
      </pc:sldChg>
      <pc:sldChg chg="modSp mod">
        <pc:chgData name="Heinrich Venter" userId="694de3c83518532c" providerId="LiveId" clId="{10CD68D7-CBE1-4750-A2D1-7DEE064E9363}" dt="2026-05-24T11:21:57.711" v="4339" actId="20577"/>
        <pc:sldMkLst>
          <pc:docMk/>
          <pc:sldMk cId="1027777261" sldId="290"/>
        </pc:sldMkLst>
        <pc:spChg chg="mod">
          <ac:chgData name="Heinrich Venter" userId="694de3c83518532c" providerId="LiveId" clId="{10CD68D7-CBE1-4750-A2D1-7DEE064E9363}" dt="2026-05-24T11:21:57.711" v="4339" actId="20577"/>
          <ac:spMkLst>
            <pc:docMk/>
            <pc:sldMk cId="1027777261" sldId="290"/>
            <ac:spMk id="5" creationId="{50C57F65-7853-E45D-CA58-31BCC9DE7B02}"/>
          </ac:spMkLst>
        </pc:spChg>
        <pc:spChg chg="mod">
          <ac:chgData name="Heinrich Venter" userId="694de3c83518532c" providerId="LiveId" clId="{10CD68D7-CBE1-4750-A2D1-7DEE064E9363}" dt="2026-05-24T11:21:28.680" v="4331" actId="27636"/>
          <ac:spMkLst>
            <pc:docMk/>
            <pc:sldMk cId="1027777261" sldId="290"/>
            <ac:spMk id="11" creationId="{E3D936A8-CA08-48BB-AA98-F3A8B43B31CF}"/>
          </ac:spMkLst>
        </pc:spChg>
      </pc:sldChg>
      <pc:sldChg chg="modSp mod">
        <pc:chgData name="Heinrich Venter" userId="694de3c83518532c" providerId="LiveId" clId="{10CD68D7-CBE1-4750-A2D1-7DEE064E9363}" dt="2026-05-24T11:25:45.751" v="4438" actId="5793"/>
        <pc:sldMkLst>
          <pc:docMk/>
          <pc:sldMk cId="733961800" sldId="291"/>
        </pc:sldMkLst>
        <pc:spChg chg="mod">
          <ac:chgData name="Heinrich Venter" userId="694de3c83518532c" providerId="LiveId" clId="{10CD68D7-CBE1-4750-A2D1-7DEE064E9363}" dt="2026-05-24T11:25:45.751" v="4438" actId="5793"/>
          <ac:spMkLst>
            <pc:docMk/>
            <pc:sldMk cId="733961800" sldId="291"/>
            <ac:spMk id="5" creationId="{208AF426-607B-1936-143C-7541AD8896ED}"/>
          </ac:spMkLst>
        </pc:spChg>
        <pc:spChg chg="mod">
          <ac:chgData name="Heinrich Venter" userId="694de3c83518532c" providerId="LiveId" clId="{10CD68D7-CBE1-4750-A2D1-7DEE064E9363}" dt="2026-05-24T11:24:16" v="4376" actId="20577"/>
          <ac:spMkLst>
            <pc:docMk/>
            <pc:sldMk cId="733961800" sldId="291"/>
            <ac:spMk id="8" creationId="{DFB8CE4C-97AF-7F3E-9CAC-E06101B7E86D}"/>
          </ac:spMkLst>
        </pc:spChg>
        <pc:spChg chg="mod">
          <ac:chgData name="Heinrich Venter" userId="694de3c83518532c" providerId="LiveId" clId="{10CD68D7-CBE1-4750-A2D1-7DEE064E9363}" dt="2026-05-24T11:24:25.653" v="4379" actId="27636"/>
          <ac:spMkLst>
            <pc:docMk/>
            <pc:sldMk cId="733961800" sldId="291"/>
            <ac:spMk id="9" creationId="{0A4F4AF7-5E5A-2D76-3F73-6A09F3F31537}"/>
          </ac:spMkLst>
        </pc:spChg>
        <pc:spChg chg="mod">
          <ac:chgData name="Heinrich Venter" userId="694de3c83518532c" providerId="LiveId" clId="{10CD68D7-CBE1-4750-A2D1-7DEE064E9363}" dt="2026-05-24T11:24:40.292" v="4382" actId="27636"/>
          <ac:spMkLst>
            <pc:docMk/>
            <pc:sldMk cId="733961800" sldId="291"/>
            <ac:spMk id="10" creationId="{841EBE6D-B5D0-4C30-C32E-F3AA1F02B8FD}"/>
          </ac:spMkLst>
        </pc:spChg>
      </pc:sldChg>
      <pc:sldChg chg="modSp mod">
        <pc:chgData name="Heinrich Venter" userId="694de3c83518532c" providerId="LiveId" clId="{10CD68D7-CBE1-4750-A2D1-7DEE064E9363}" dt="2026-05-25T01:07:09.081" v="4654" actId="113"/>
        <pc:sldMkLst>
          <pc:docMk/>
          <pc:sldMk cId="3091740916" sldId="292"/>
        </pc:sldMkLst>
        <pc:spChg chg="mod">
          <ac:chgData name="Heinrich Venter" userId="694de3c83518532c" providerId="LiveId" clId="{10CD68D7-CBE1-4750-A2D1-7DEE064E9363}" dt="2026-05-25T01:06:14.806" v="4633" actId="20577"/>
          <ac:spMkLst>
            <pc:docMk/>
            <pc:sldMk cId="3091740916" sldId="292"/>
            <ac:spMk id="3" creationId="{109C2FE0-6991-DDAF-C4F7-B3415EC34474}"/>
          </ac:spMkLst>
        </pc:spChg>
        <pc:spChg chg="mod">
          <ac:chgData name="Heinrich Venter" userId="694de3c83518532c" providerId="LiveId" clId="{10CD68D7-CBE1-4750-A2D1-7DEE064E9363}" dt="2026-05-25T01:07:09.081" v="4654" actId="113"/>
          <ac:spMkLst>
            <pc:docMk/>
            <pc:sldMk cId="3091740916" sldId="292"/>
            <ac:spMk id="5" creationId="{F10EB81D-A986-42AD-847E-FF3A1F656CEB}"/>
          </ac:spMkLst>
        </pc:spChg>
      </pc:sldChg>
      <pc:sldChg chg="modSp mod">
        <pc:chgData name="Heinrich Venter" userId="694de3c83518532c" providerId="LiveId" clId="{10CD68D7-CBE1-4750-A2D1-7DEE064E9363}" dt="2026-05-26T06:51:26.880" v="4880" actId="20577"/>
        <pc:sldMkLst>
          <pc:docMk/>
          <pc:sldMk cId="3290795109" sldId="293"/>
        </pc:sldMkLst>
        <pc:spChg chg="mod">
          <ac:chgData name="Heinrich Venter" userId="694de3c83518532c" providerId="LiveId" clId="{10CD68D7-CBE1-4750-A2D1-7DEE064E9363}" dt="2026-05-25T00:34:16.557" v="4608" actId="27636"/>
          <ac:spMkLst>
            <pc:docMk/>
            <pc:sldMk cId="3290795109" sldId="293"/>
            <ac:spMk id="5" creationId="{50C57F65-7853-E45D-CA58-31BCC9DE7B02}"/>
          </ac:spMkLst>
        </pc:spChg>
        <pc:spChg chg="mod">
          <ac:chgData name="Heinrich Venter" userId="694de3c83518532c" providerId="LiveId" clId="{10CD68D7-CBE1-4750-A2D1-7DEE064E9363}" dt="2026-05-26T06:51:26.880" v="4880" actId="20577"/>
          <ac:spMkLst>
            <pc:docMk/>
            <pc:sldMk cId="3290795109" sldId="293"/>
            <ac:spMk id="11" creationId="{E3D936A8-CA08-48BB-AA98-F3A8B43B31CF}"/>
          </ac:spMkLst>
        </pc:spChg>
      </pc:sldChg>
      <pc:sldChg chg="modSp mod">
        <pc:chgData name="Heinrich Venter" userId="694de3c83518532c" providerId="LiveId" clId="{10CD68D7-CBE1-4750-A2D1-7DEE064E9363}" dt="2026-05-26T08:15:50.097" v="4889" actId="27636"/>
        <pc:sldMkLst>
          <pc:docMk/>
          <pc:sldMk cId="3463644882" sldId="294"/>
        </pc:sldMkLst>
        <pc:spChg chg="mod">
          <ac:chgData name="Heinrich Venter" userId="694de3c83518532c" providerId="LiveId" clId="{10CD68D7-CBE1-4750-A2D1-7DEE064E9363}" dt="2026-05-25T00:33:37.416" v="4593" actId="20577"/>
          <ac:spMkLst>
            <pc:docMk/>
            <pc:sldMk cId="3463644882" sldId="294"/>
            <ac:spMk id="5" creationId="{208AF426-607B-1936-143C-7541AD8896ED}"/>
          </ac:spMkLst>
        </pc:spChg>
        <pc:spChg chg="mod">
          <ac:chgData name="Heinrich Venter" userId="694de3c83518532c" providerId="LiveId" clId="{10CD68D7-CBE1-4750-A2D1-7DEE064E9363}" dt="2026-05-26T08:15:31.644" v="4883" actId="27636"/>
          <ac:spMkLst>
            <pc:docMk/>
            <pc:sldMk cId="3463644882" sldId="294"/>
            <ac:spMk id="8" creationId="{DFB8CE4C-97AF-7F3E-9CAC-E06101B7E86D}"/>
          </ac:spMkLst>
        </pc:spChg>
        <pc:spChg chg="mod">
          <ac:chgData name="Heinrich Venter" userId="694de3c83518532c" providerId="LiveId" clId="{10CD68D7-CBE1-4750-A2D1-7DEE064E9363}" dt="2026-05-26T08:15:41.882" v="4886" actId="27636"/>
          <ac:spMkLst>
            <pc:docMk/>
            <pc:sldMk cId="3463644882" sldId="294"/>
            <ac:spMk id="9" creationId="{0A4F4AF7-5E5A-2D76-3F73-6A09F3F31537}"/>
          </ac:spMkLst>
        </pc:spChg>
        <pc:spChg chg="mod">
          <ac:chgData name="Heinrich Venter" userId="694de3c83518532c" providerId="LiveId" clId="{10CD68D7-CBE1-4750-A2D1-7DEE064E9363}" dt="2026-05-26T08:15:50.097" v="4889" actId="27636"/>
          <ac:spMkLst>
            <pc:docMk/>
            <pc:sldMk cId="3463644882" sldId="294"/>
            <ac:spMk id="10" creationId="{841EBE6D-B5D0-4C30-C32E-F3AA1F02B8FD}"/>
          </ac:spMkLst>
        </pc:spChg>
      </pc:sldChg>
      <pc:sldChg chg="modSp mod">
        <pc:chgData name="Heinrich Venter" userId="694de3c83518532c" providerId="LiveId" clId="{10CD68D7-CBE1-4750-A2D1-7DEE064E9363}" dt="2026-05-26T08:19:28.846" v="4899" actId="113"/>
        <pc:sldMkLst>
          <pc:docMk/>
          <pc:sldMk cId="2380697536" sldId="295"/>
        </pc:sldMkLst>
        <pc:spChg chg="mod">
          <ac:chgData name="Heinrich Venter" userId="694de3c83518532c" providerId="LiveId" clId="{10CD68D7-CBE1-4750-A2D1-7DEE064E9363}" dt="2026-05-26T08:16:41.980" v="4892" actId="27636"/>
          <ac:spMkLst>
            <pc:docMk/>
            <pc:sldMk cId="2380697536" sldId="295"/>
            <ac:spMk id="3" creationId="{109C2FE0-6991-DDAF-C4F7-B3415EC34474}"/>
          </ac:spMkLst>
        </pc:spChg>
        <pc:spChg chg="mod">
          <ac:chgData name="Heinrich Venter" userId="694de3c83518532c" providerId="LiveId" clId="{10CD68D7-CBE1-4750-A2D1-7DEE064E9363}" dt="2026-05-26T08:19:28.846" v="4899" actId="113"/>
          <ac:spMkLst>
            <pc:docMk/>
            <pc:sldMk cId="2380697536" sldId="295"/>
            <ac:spMk id="5" creationId="{F10EB81D-A986-42AD-847E-FF3A1F656CEB}"/>
          </ac:spMkLst>
        </pc:spChg>
      </pc:sldChg>
      <pc:sldChg chg="modSp mod">
        <pc:chgData name="Heinrich Venter" userId="694de3c83518532c" providerId="LiveId" clId="{10CD68D7-CBE1-4750-A2D1-7DEE064E9363}" dt="2026-05-26T08:25:29.564" v="4930" actId="20577"/>
        <pc:sldMkLst>
          <pc:docMk/>
          <pc:sldMk cId="1324961155" sldId="296"/>
        </pc:sldMkLst>
        <pc:spChg chg="mod">
          <ac:chgData name="Heinrich Venter" userId="694de3c83518532c" providerId="LiveId" clId="{10CD68D7-CBE1-4750-A2D1-7DEE064E9363}" dt="2026-05-26T08:25:29.564" v="4930" actId="20577"/>
          <ac:spMkLst>
            <pc:docMk/>
            <pc:sldMk cId="1324961155" sldId="296"/>
            <ac:spMk id="5" creationId="{50C57F65-7853-E45D-CA58-31BCC9DE7B02}"/>
          </ac:spMkLst>
        </pc:spChg>
        <pc:spChg chg="mod">
          <ac:chgData name="Heinrich Venter" userId="694de3c83518532c" providerId="LiveId" clId="{10CD68D7-CBE1-4750-A2D1-7DEE064E9363}" dt="2026-05-26T08:25:23.705" v="4927" actId="27636"/>
          <ac:spMkLst>
            <pc:docMk/>
            <pc:sldMk cId="1324961155" sldId="296"/>
            <ac:spMk id="11" creationId="{E3D936A8-CA08-48BB-AA98-F3A8B43B31CF}"/>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17/06/2026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17/06/2026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microsoft.com/office/2018/10/relationships/comments" Target="../comments/modernComment_120_B005E26D.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 A 70cc hybrid </a:t>
            </a:r>
            <a:r>
              <a:rPr lang="en-NZ" noProof="0" dirty="0" err="1"/>
              <a:t>pitbike</a:t>
            </a:r>
            <a:r>
              <a:rPr lang="en-NZ" noProof="0" dirty="0"/>
              <a:t> with the 70cc engine being paired with a 800w 36v electric motor, that uses sensors like digital/</a:t>
            </a:r>
            <a:r>
              <a:rPr lang="en-NZ" noProof="0" dirty="0" err="1"/>
              <a:t>analog</a:t>
            </a:r>
            <a:r>
              <a:rPr lang="en-NZ" noProof="0" dirty="0"/>
              <a:t> hall effect sensors that act as throttle and speed matching sensors that will run </a:t>
            </a:r>
            <a:r>
              <a:rPr lang="en-NZ" noProof="0" dirty="0" err="1"/>
              <a:t>parralel</a:t>
            </a:r>
            <a:r>
              <a:rPr lang="en-NZ" noProof="0" dirty="0"/>
              <a:t> to the engine itself to give the bike more torque and power, this is because a 70cc engine has very weak low end (low rpms) torque where a electric </a:t>
            </a:r>
            <a:r>
              <a:rPr lang="en-NZ" noProof="0"/>
              <a:t>motor doesn’t.</a:t>
            </a:r>
            <a:br>
              <a:rPr lang="en-NZ" noProof="0" dirty="0"/>
            </a:b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55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US" dirty="0"/>
              <a:t>To establish reliable data sharing across the system, the I2C (Inter-Integrated Circuit) communication protocol was implemented to connect the Arduino master microcontroller to the dashboard OLED slave display. This network uses a two-wire synchronous bus consisting of a Serial Data line (SDA) and a Serial Clock line (SCL) . By utilizing I2C, the system transmits continuous, real-time telemetry updates—such as calculated travel speeds and rotational engine RPM—directly to the rider's screen using only two physical microcontroller pins, thereby preserving vital input resources for other critical sensors.</a:t>
            </a:r>
            <a:endParaRPr lang="en-NZ" noProof="0" dirty="0"/>
          </a:p>
          <a:p>
            <a:pPr marL="0" indent="0">
              <a:buNone/>
            </a:pP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US" dirty="0"/>
              <a:t>During bench testing, the high-current draw from the 800W motor introduced massive electromagnetic interference (EMI) and high-frequency voltage ripples into the circuit. To suppress this electrical noise, physical hardware filtering was integrated by placing 0.1uf ceramic decoupling capacitors across the signal and ground lines of the Hall effect speed sensors, the LED alert indicators, and the battery voltage divider inputs. This hardware modification permanently smoothed out voltage spikes and isolated the signal lines, resulting in zero false triggers and completely stable data tracking across consecutive trials.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lnSpcReduction="10000"/>
          </a:bodyPr>
          <a:lstStyle/>
          <a:p>
            <a:pPr marL="0" indent="0">
              <a:buNone/>
            </a:pPr>
            <a:r>
              <a:rPr lang="en-US" sz="1800" i="1" noProof="0" dirty="0"/>
              <a:t>The </a:t>
            </a:r>
            <a:r>
              <a:rPr lang="en-US" sz="1800" i="1" noProof="0" dirty="0" err="1"/>
              <a:t>behaviour</a:t>
            </a:r>
            <a:r>
              <a:rPr lang="en-US" sz="1800" i="1" noProof="0" dirty="0"/>
              <a:t> of the electronics is as follows. Firstly to relay signal to a motor controller for </a:t>
            </a:r>
            <a:r>
              <a:rPr lang="en-US" sz="1800" i="1" noProof="0" dirty="0" err="1"/>
              <a:t>th</a:t>
            </a:r>
            <a:r>
              <a:rPr lang="en-US" sz="1800" i="1" dirty="0"/>
              <a:t>e 800w electric motor which is done with a analog hall effect sensor, the reason for having a separate controller is because the motor runs on 36v where as the Arduino r4 runs on 12v which is done with a 36-12v dc-dc buck converter. The next part is to have the 2 power units be separatable, this is done with a 24v electromagnetic hall effect sensor and another analog hall effect sensor so that when the bike comes </a:t>
            </a:r>
            <a:r>
              <a:rPr lang="en-US" sz="1800" i="1" dirty="0" err="1"/>
              <a:t>offthe</a:t>
            </a:r>
            <a:r>
              <a:rPr lang="en-US" sz="1800" i="1" dirty="0"/>
              <a:t> line both units are giving power and when the bike reaches a certain speed the clutch will disengage the electric motor from the engine(this is because the engine can go at a much greater rpm comparted to the electric motor) also in the case that  I need the motor detached from the rest of the power train  I have the analog hall effect sensor connected to the clutch leaver so that when I pull in the clutch It disengages both clutches. The third is the rpm sensing so using 2 digital hall effect sensors so detect </a:t>
            </a:r>
            <a:r>
              <a:rPr lang="en-US" sz="1800" i="1" dirty="0" err="1"/>
              <a:t>therpm</a:t>
            </a:r>
            <a:r>
              <a:rPr lang="en-US" sz="1800" i="1" dirty="0"/>
              <a:t> of both sides of the clutch so that before the magnetic clutch engages (since it will be disengaged at higher speeds) the electric motor matches the speed of the rest of the drive train otherwise if it doesn’t and it is slower than the rest of the drive  train it can either cause the bike to go slower or caused catastrophic damage to the bike itself. The fourth is the speed sensing using a digital </a:t>
            </a:r>
            <a:r>
              <a:rPr lang="en-US" sz="1800" i="1" dirty="0" err="1"/>
              <a:t>hallleffecct</a:t>
            </a:r>
            <a:r>
              <a:rPr lang="en-US" sz="1800" i="1" dirty="0"/>
              <a:t> sensor attached to the rear wheel to tell the Arduino what speed the bike is traveling at. </a:t>
            </a:r>
            <a:r>
              <a:rPr lang="en-US" sz="1800" i="1" dirty="0" err="1"/>
              <a:t>Fithly</a:t>
            </a:r>
            <a:r>
              <a:rPr lang="en-US" sz="1800" i="1" dirty="0"/>
              <a:t> battery and fuel gauges for the </a:t>
            </a:r>
            <a:r>
              <a:rPr lang="en-US" sz="1800" i="1" dirty="0" err="1"/>
              <a:t>battey</a:t>
            </a:r>
            <a:r>
              <a:rPr lang="en-US" sz="1800" i="1" dirty="0"/>
              <a:t> using a capacitor and resistor to give a readable signal for the Arduino to show the voltage of the battery and for the fuel using a flow sensor to tell the Arduino if there is fuel flow in the fuel lines so if there isn’t that means the fuel is low  Lastly is the dashboard so using a </a:t>
            </a:r>
            <a:r>
              <a:rPr lang="en-US" sz="1800" i="1" dirty="0" err="1"/>
              <a:t>Oled</a:t>
            </a:r>
            <a:r>
              <a:rPr lang="en-US" sz="1800" i="1" dirty="0"/>
              <a:t> display and a few </a:t>
            </a:r>
            <a:r>
              <a:rPr lang="en-US" sz="1800" i="1" dirty="0" err="1"/>
              <a:t>led’s</a:t>
            </a:r>
            <a:r>
              <a:rPr lang="en-US" sz="1800" i="1" dirty="0"/>
              <a:t> to visually display the speed, the rpm and the battery and fuel percentage.</a:t>
            </a: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US" sz="1800" dirty="0"/>
              <a:t>For this project, I am using the I2C (Inter-Integrated Circuit) communication protocol to interface the Arduino with the dashboard OLED display. I2C operates as a master-slave system using a two-wire synchronous bus consisting of a Serial Data line (SDA) and a Serial Clock line (SCL). The Arduino acts as the master device, generating the clock signal and initiating contact by transmitting the unique 7-bit hardware address belonging to the OLED display. Once communication is established, the Arduino uses this data bus to send continuous, real-time telemetry updates. Specifically, I am using this protocol to transmit calculated values ​​for the bike's speed, clutch RPM and  battery voltage directly to the screen for the rider to see.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I selected the I2C protocol over alternative methods because it offers the best balance between speed and pin efficiency for this specific sensor-heavy application. While alternative interfaces like Parallel require eight or more digital pins, and SPI requires four, I2C requires only two microcontroller pins. Minimizing pin usage is critical for this e-bike layout because the system demands numerous dedicated hardware inputs for the digital speed sensors, analog clutch sensors, and the fuel flow meter. While SPI offers faster data transfer rates than I2C, the extra bandwidth is unnecessary for updating a small, primarily text-based dashboard screen. Furthermore, I2C supports multi-device connectivity on the same bus, allowing future upgrades—such as adding an I2C accelerometer or telemetry module—without consuming any additional physical pins on the Arduino.</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825625"/>
            <a:ext cx="10515600" cy="87824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Insert updated diagram here of electronics outcome</a:t>
            </a:r>
          </a:p>
        </p:txBody>
      </p:sp>
    </p:spTree>
    <p:extLst>
      <p:ext uri="{BB962C8B-B14F-4D97-AF65-F5344CB8AC3E}">
        <p14:creationId xmlns:p14="http://schemas.microsoft.com/office/powerpoint/2010/main" val="974559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err="1"/>
              <a:t>Ardunio</a:t>
            </a:r>
            <a:r>
              <a:rPr lang="en-NZ" dirty="0"/>
              <a:t> R4</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r>
              <a:rPr lang="en-NZ" noProof="0" dirty="0"/>
              <a:t> </a:t>
            </a:r>
          </a:p>
        </p:txBody>
      </p:sp>
    </p:spTree>
    <p:extLst>
      <p:ext uri="{BB962C8B-B14F-4D97-AF65-F5344CB8AC3E}">
        <p14:creationId xmlns:p14="http://schemas.microsoft.com/office/powerpoint/2010/main" val="4188302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7500" lnSpcReduction="20000"/>
          </a:bodyPr>
          <a:lstStyle/>
          <a:p>
            <a:pPr marL="0" indent="0">
              <a:buNone/>
            </a:pPr>
            <a:r>
              <a:rPr lang="en-NZ" noProof="0" dirty="0"/>
              <a:t>Explanation of component</a:t>
            </a:r>
          </a:p>
          <a:p>
            <a:pPr marL="0" indent="0">
              <a:buNone/>
            </a:pPr>
            <a:r>
              <a:rPr lang="en-US" dirty="0"/>
              <a:t>The Arduino UNO R4 </a:t>
            </a:r>
            <a:r>
              <a:rPr lang="en-US" dirty="0" err="1"/>
              <a:t>WiFi</a:t>
            </a:r>
            <a:r>
              <a:rPr lang="en-US" dirty="0"/>
              <a:t> is a powerful 32-bit development board that combines a Renesas RA4M1 ARM Cortex-M4 processor with an </a:t>
            </a:r>
            <a:r>
              <a:rPr lang="en-US" dirty="0" err="1"/>
              <a:t>Espressif</a:t>
            </a:r>
            <a:r>
              <a:rPr lang="en-US" dirty="0"/>
              <a:t> ESP32-S3 module for Wi-Fi and Bluetooth connectivity. It retains the classic UNO footprint and 5V logic, making it ideal for both beginners and advanced IoT projects.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chosen 1.3" I2C OLED display is the optimal choice for this system as it balances pixel-level graphic control (128x64 resolution) with high efficiency, vastly outperforming Alternative 1 (LCD screen) , which is limited to rigid character blocks, requires a high-draw backlight, and offers poor viewing angles. Because OLED pixels are self-emissive, unlit black pixels consume virtually zero power, making it ideal for low-power microcontrollers deployment. Additionally, while Alternative 2 (1.8" SPI TFT Color Display) provides vibrant colors, its SPI interface requires 4 to 5 data pins, which limits available inputs and complicates wiring. In contrast, the chosen OLED uses the I2C protocol , requiring only two shared lines (SDA and SCL). This preserves critical GPIO pins for other sensors, simplifies breadboard layout, and ensures a compact, power-efficient, and easily scalable system architecture.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1.8” SPI TFT colour display</a:t>
            </a:r>
            <a:r>
              <a:rPr lang="en-NZ" noProof="0" dirty="0"/>
              <a:t> </a:t>
            </a:r>
          </a:p>
        </p:txBody>
      </p:sp>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47500" lnSpcReduction="20000"/>
          </a:bodyPr>
          <a:lstStyle/>
          <a:p>
            <a:pPr marL="0" indent="0">
              <a:buNone/>
            </a:pPr>
            <a:r>
              <a:rPr lang="en-NZ" noProof="0" dirty="0"/>
              <a:t>Explanation of component</a:t>
            </a:r>
          </a:p>
          <a:p>
            <a:pPr marL="0" indent="0">
              <a:buNone/>
            </a:pPr>
            <a:r>
              <a:rPr lang="en-US" dirty="0"/>
              <a:t>The speed and RPM tracking subsystem utilizes digital Hall effect sensors paired with neodymium magnets mounted on the rotating shafts (the clutches and the rear wheel). As the components spin, the magnet passes the face of the sensor, causing a state change in the magnetic field that triggers the sensor to output a clean digital pulse (switching between 0V and 5V). These sensors are wired directly to the Arduino's hardware interrupt pins. The microcontroller tracks the time interval between these incoming digital pulses to accurately calculate the real-time rotational speed (RPM) and the physical travel speed of the electric bike.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0.1uf smoothing capacitor was integrated across the signal and ground lines, which successfully filtered out the raw signal noise and stabilized the voltage drops. Following this hardware optimization, the Arduino recorded clean, reliable signal transitions with zero missed pulses or false triggers, confirming a successful PASSED status for the subsystem.</a:t>
            </a: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7087458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noProof="0" dirty="0"/>
              <a:t>Analyse notes from testing and note changes to be made:0.1uf </a:t>
            </a:r>
            <a:r>
              <a:rPr lang="en-US" dirty="0"/>
              <a:t>ceramic capacitor will be permanently soldered onto the PCB layout as close to the sensor input pins as possible to act as a permanent low-pass filter. Additionally, future iterations will utilize shielded twisted-pair cabling for all external sensor runs to provide structural immunity against external vehicle engine noise.</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testing:0.1uf </a:t>
            </a:r>
            <a:r>
              <a:rPr lang="en-US" dirty="0"/>
              <a:t>hardware decoupling capacitor between the signal line and ground before trial 5, the data stabilized immediately. Across the remaining 6 trials, the sensor delivered a completely uniform, repeatable pulse train with zero false triggers, maintaining an identical, steady tracking waveform across all final iterations.</a:t>
            </a:r>
            <a:endParaRPr lang="en-NZ" noProof="0" dirty="0"/>
          </a:p>
        </p:txBody>
      </p:sp>
    </p:spTree>
    <p:extLst>
      <p:ext uri="{BB962C8B-B14F-4D97-AF65-F5344CB8AC3E}">
        <p14:creationId xmlns:p14="http://schemas.microsoft.com/office/powerpoint/2010/main" val="1027777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custom resistor voltage divider circuit was chosen because it provides the most elegant, cost-effective, and accurate solution for scaling down the battery's high voltage to a safe 0-5v level for the Arduino. Alternative 1 (a pre-built analog sensor module) was rejected because it simply uses the same basic resistor divider network but takes up significantly more physical space on the chassis and adds unnecessary manufacturing costs. Alternative 2 (a dedicated digital I2C ADC module) offers incredibly high bit resolution, but it is entirely unnecessary for this application since the Arduino’s built-in 10-bit ADC provides more than enough precision to read a standard vehicle battery level accurately. By choosing a custom resistor network paired with a 0.1uf filtering capacitor, the circuit minimizes bulk component footprints, eliminates the need for complex external software libraries, and directly cleans out high-frequency noise from heavy motor draw at a fraction of the cost of commercial modules.</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spTree>
    <p:extLst>
      <p:ext uri="{BB962C8B-B14F-4D97-AF65-F5344CB8AC3E}">
        <p14:creationId xmlns:p14="http://schemas.microsoft.com/office/powerpoint/2010/main" val="733961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a:t>
            </a:r>
          </a:p>
          <a:p>
            <a:pPr marL="0" indent="0">
              <a:buNone/>
            </a:pPr>
            <a:r>
              <a:rPr lang="en-US" dirty="0"/>
              <a:t>The visual indicator subsystem utilizes a series of light-emitting diodes (LEDs) to provide the rider with immediate, glanceable alerts regarding critical e-bike states, such as low battery thresholds or system errors. Because the Arduino's digital output pins deliver a 5V signal that exceeds the safe forward voltage and current limits of standard LEDs, an inline 1k </a:t>
            </a:r>
            <a:r>
              <a:rPr lang="en-US" dirty="0" err="1"/>
              <a:t>OHMcurrent</a:t>
            </a:r>
            <a:r>
              <a:rPr lang="en-US" dirty="0"/>
              <a:t>-limiting resistor is placed in series with each diode. This resistor acts as a current limiter to protect the LED from burning out and to prevent the Arduino pins from drawing excessive current. The microcontroller controls these indicators by toggling its digital General Purpose Input/Output (GPIO) pins between HIGH and LOW states based on incoming sensor data.</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The objective of this test was to verify that the LED visual indicators turn on and off reliably without overloading the Arduino's digital pins or experiencing flickering during operation. The indicator circuit was assembled on a test bench with the1k ohm resistor placed in series between the digital output pin and the LED anode. Initial trials showed that the LED illuminated instantly when the pin was set to HIGH, but nearby electrical noise from the motor's power lines caused subtle flickering in the illumination state. To stabilize the signal, a 0.1uf capacitor was added in parallel across the output line, which successfully smoothed out the voltage fluctuations. Across ten consecutive switching cycles simulating various system alerts, the LED maintained a perfectly steady, bright visual output with zero failures, confirming a successful PASSED status.</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0917409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To ensure the long-term stability of the visual dashboard alerts under real riding conditions, the LED indicator circuit was run through a sequence of 10 consecutive switching trials. During the first 3 trials, the LED exhibited visible flickering and unstable brightness levels whenever the 800W motor was throttling, showing that high-frequency noise was leaking into the Arduino's digital output lines. Prior to trial 4, a 0.1uf hardware capacitor was added to smooth the output line, working alongside the 1k ohm current-limiting resistor. Across the final 7 test cycles, the LED illumination stabilized completely, delivering a perfectly steady, repeatable visual output with zero flickering or communication drops.</a:t>
            </a:r>
          </a:p>
          <a:p>
            <a:pPr marL="0" indent="0">
              <a:buFont typeface="Arial" panose="020B0604020202020204" pitchFamily="34" charset="0"/>
              <a:buNone/>
            </a:pPr>
            <a:endParaRPr lang="en-NZ" dirty="0"/>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Manual Lever-Operated Clutch with Electronic Position Sensor.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None/>
            </a:pPr>
            <a:r>
              <a:rPr lang="en-US" dirty="0"/>
              <a:t>Direct Drive System (No Clutch).</a:t>
            </a:r>
            <a:endParaRPr lang="en-NZ" noProof="0" dirty="0"/>
          </a:p>
        </p:txBody>
      </p:sp>
    </p:spTree>
    <p:extLst>
      <p:ext uri="{BB962C8B-B14F-4D97-AF65-F5344CB8AC3E}">
        <p14:creationId xmlns:p14="http://schemas.microsoft.com/office/powerpoint/2010/main" val="346364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a:t>
            </a:r>
          </a:p>
          <a:p>
            <a:pPr marL="0" indent="0">
              <a:buNone/>
            </a:pPr>
            <a:r>
              <a:rPr lang="en-US" dirty="0"/>
              <a:t>The clutch assembly is a mechanical drivetrain component responsible for engaging and disengaging power transfer from the 800W motor to the drive gears. This setup utilizes a manual clutch lever mechanism monitored by an electronic sensor. When the rider pulls the lever, the mechanical plates separate to interrupt the motor's power flow, allowing smooth transitions and safety overrides. The accompanying electronic sensor converts the physical movement into a clear signal for the Arduino, allowing the microcontroller to cut motor power or adjust internal tracking whenever the clutch is disengaged.</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The objective of this test was to verify that the physical manual clutch assembly smoothly and securely interrupts mechanical power transfer from the 800W motor to the drive gears. The clutch unit was mounted directly to the main motor drivetrain on a test fixture and actuated manually under active motor load conditions. Initial trials showed slight friction binding along the lever actuation arm, which occasionally caused slow plate separation. To resolve this mechanical issue, the assembly linkages were cleaned, re-aligned, and treated with proper lubricant. Across ten consecutive mechanical engagements and disengagements under full motor torque, the plates separated cleanly without slipping, completely cutting mechanical drive to the wheels instantly upon lever pull and confirming a PASSED mechanical test status.</a:t>
            </a:r>
          </a:p>
          <a:p>
            <a:pPr marL="0" indent="0">
              <a:buNone/>
            </a:pP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23806975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a:t>
            </a:r>
            <a:r>
              <a:rPr lang="en-US" dirty="0"/>
              <a:t>Mechanical data analysis shows that the high torque from the 800W motor exerts tremendous forces on the clutch plates, making the system sensitive to even the slightest misalignment or tilting of the parts during operation. Using a standard linkage will only cause rapid failure if the gears are not perfectly aligned. To permanently ensure the durability and reliability of the e-bike drivetrain, a hardware fabrication change will be made: a customized sleeve will be made that is perfectly straight to serve as a central press-fit structure. This sleeve will permanently connect and align all hubs to a single central point, completely eliminating wobble, ensuring perfect drivetrain alignment, and preventing premature clutch wear over long-term use.</a:t>
            </a:r>
            <a:endParaRPr lang="en-NZ" noProof="0" dirty="0"/>
          </a:p>
          <a:p>
            <a:pPr marL="0" indent="0">
              <a:buFont typeface="Arial" panose="020B0604020202020204" pitchFamily="34" charset="0"/>
              <a:buNone/>
            </a:pP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a:t>
            </a:r>
            <a:r>
              <a:rPr lang="en-NZ"/>
              <a:t>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902</TotalTime>
  <Words>3482</Words>
  <Application>Microsoft Office PowerPoint</Application>
  <PresentationFormat>Widescreen</PresentationFormat>
  <Paragraphs>145</Paragraphs>
  <Slides>27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2026-06-16T23:32:46Z</dcterms:modified>
</cp:coreProperties>
</file>